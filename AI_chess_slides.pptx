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4" r:id="rId2"/>
    <p:sldId id="278" r:id="rId3"/>
    <p:sldId id="257" r:id="rId4"/>
    <p:sldId id="258" r:id="rId5"/>
    <p:sldId id="268" r:id="rId6"/>
    <p:sldId id="272" r:id="rId7"/>
    <p:sldId id="269" r:id="rId8"/>
    <p:sldId id="273" r:id="rId9"/>
    <p:sldId id="270" r:id="rId10"/>
    <p:sldId id="274" r:id="rId11"/>
    <p:sldId id="271" r:id="rId12"/>
    <p:sldId id="275" r:id="rId13"/>
    <p:sldId id="259" r:id="rId14"/>
    <p:sldId id="260" r:id="rId15"/>
    <p:sldId id="279" r:id="rId16"/>
    <p:sldId id="261" r:id="rId17"/>
    <p:sldId id="263" r:id="rId18"/>
    <p:sldId id="265" r:id="rId19"/>
    <p:sldId id="276" r:id="rId20"/>
    <p:sldId id="266" r:id="rId21"/>
    <p:sldId id="267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B522FF-9DCA-4093-BD00-F1C68B6675F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A76C84-1508-4CFD-90FC-094513D60DA4}">
      <dgm:prSet/>
      <dgm:spPr/>
      <dgm:t>
        <a:bodyPr/>
        <a:lstStyle/>
        <a:p>
          <a:r>
            <a:rPr lang="en-US"/>
            <a:t>Kiến trúc hệ thống</a:t>
          </a:r>
        </a:p>
      </dgm:t>
    </dgm:pt>
    <dgm:pt modelId="{6779776C-AA21-4553-8965-486A34C0AE32}" type="parTrans" cxnId="{B2956E61-3EEF-4576-8FE5-7F553859BFC3}">
      <dgm:prSet/>
      <dgm:spPr/>
      <dgm:t>
        <a:bodyPr/>
        <a:lstStyle/>
        <a:p>
          <a:endParaRPr lang="en-US"/>
        </a:p>
      </dgm:t>
    </dgm:pt>
    <dgm:pt modelId="{D8E62A7B-C9B2-4334-A3EC-99AF7035EA6B}" type="sibTrans" cxnId="{B2956E61-3EEF-4576-8FE5-7F553859BFC3}">
      <dgm:prSet/>
      <dgm:spPr/>
      <dgm:t>
        <a:bodyPr/>
        <a:lstStyle/>
        <a:p>
          <a:endParaRPr lang="en-US"/>
        </a:p>
      </dgm:t>
    </dgm:pt>
    <dgm:pt modelId="{EB959576-0FF9-418E-95F1-A4C5D6245B47}">
      <dgm:prSet/>
      <dgm:spPr/>
      <dgm:t>
        <a:bodyPr/>
        <a:lstStyle/>
        <a:p>
          <a:r>
            <a:rPr lang="en-US"/>
            <a:t>Thuật toán tìm nước đi</a:t>
          </a:r>
        </a:p>
      </dgm:t>
    </dgm:pt>
    <dgm:pt modelId="{C6EE417C-E2CA-4AA8-A9F9-496A74D5F823}" type="parTrans" cxnId="{BD53D985-A9C5-4133-A68E-F36168CC2C35}">
      <dgm:prSet/>
      <dgm:spPr/>
      <dgm:t>
        <a:bodyPr/>
        <a:lstStyle/>
        <a:p>
          <a:endParaRPr lang="en-US"/>
        </a:p>
      </dgm:t>
    </dgm:pt>
    <dgm:pt modelId="{3F49417E-6C95-44D1-97DC-8FC89841A87E}" type="sibTrans" cxnId="{BD53D985-A9C5-4133-A68E-F36168CC2C35}">
      <dgm:prSet/>
      <dgm:spPr/>
      <dgm:t>
        <a:bodyPr/>
        <a:lstStyle/>
        <a:p>
          <a:endParaRPr lang="en-US"/>
        </a:p>
      </dgm:t>
    </dgm:pt>
    <dgm:pt modelId="{7C8D5E24-1B70-4ACA-A3EB-68A3CBF69A62}">
      <dgm:prSet/>
      <dgm:spPr/>
      <dgm:t>
        <a:bodyPr/>
        <a:lstStyle/>
        <a:p>
          <a:r>
            <a:rPr lang="en-US"/>
            <a:t>Quá trình vận hành AI</a:t>
          </a:r>
        </a:p>
      </dgm:t>
    </dgm:pt>
    <dgm:pt modelId="{8930BD17-9A96-478E-AF2E-C0BB8356EAC5}" type="parTrans" cxnId="{95BF2E75-2CCE-4903-B82B-AAB3A65B9C6C}">
      <dgm:prSet/>
      <dgm:spPr/>
      <dgm:t>
        <a:bodyPr/>
        <a:lstStyle/>
        <a:p>
          <a:endParaRPr lang="en-US"/>
        </a:p>
      </dgm:t>
    </dgm:pt>
    <dgm:pt modelId="{9B42A33C-C717-49A4-A967-043D30A7F9C1}" type="sibTrans" cxnId="{95BF2E75-2CCE-4903-B82B-AAB3A65B9C6C}">
      <dgm:prSet/>
      <dgm:spPr/>
      <dgm:t>
        <a:bodyPr/>
        <a:lstStyle/>
        <a:p>
          <a:endParaRPr lang="en-US"/>
        </a:p>
      </dgm:t>
    </dgm:pt>
    <dgm:pt modelId="{4D790736-660B-422A-BE2D-921B555E9689}">
      <dgm:prSet/>
      <dgm:spPr/>
      <dgm:t>
        <a:bodyPr/>
        <a:lstStyle/>
        <a:p>
          <a:r>
            <a:rPr lang="en-US"/>
            <a:t>Phòng chống race condition</a:t>
          </a:r>
        </a:p>
      </dgm:t>
    </dgm:pt>
    <dgm:pt modelId="{E0C8DBBA-A5FC-43D0-B93B-85B33A091C28}" type="parTrans" cxnId="{CC0E46DE-2A30-4F91-A944-4BF1082DAC63}">
      <dgm:prSet/>
      <dgm:spPr/>
      <dgm:t>
        <a:bodyPr/>
        <a:lstStyle/>
        <a:p>
          <a:endParaRPr lang="en-US"/>
        </a:p>
      </dgm:t>
    </dgm:pt>
    <dgm:pt modelId="{6ADC4DF9-21F6-45D5-9FE1-63F7DD38DF6C}" type="sibTrans" cxnId="{CC0E46DE-2A30-4F91-A944-4BF1082DAC63}">
      <dgm:prSet/>
      <dgm:spPr/>
      <dgm:t>
        <a:bodyPr/>
        <a:lstStyle/>
        <a:p>
          <a:endParaRPr lang="en-US"/>
        </a:p>
      </dgm:t>
    </dgm:pt>
    <dgm:pt modelId="{F6A34523-9364-41E8-AB1F-27EA65BEDC0A}" type="pres">
      <dgm:prSet presAssocID="{52B522FF-9DCA-4093-BD00-F1C68B6675F3}" presName="outerComposite" presStyleCnt="0">
        <dgm:presLayoutVars>
          <dgm:chMax val="5"/>
          <dgm:dir/>
          <dgm:resizeHandles val="exact"/>
        </dgm:presLayoutVars>
      </dgm:prSet>
      <dgm:spPr/>
    </dgm:pt>
    <dgm:pt modelId="{DED0C63D-6DBE-4B1D-9F4B-A7E151A3C692}" type="pres">
      <dgm:prSet presAssocID="{52B522FF-9DCA-4093-BD00-F1C68B6675F3}" presName="dummyMaxCanvas" presStyleCnt="0">
        <dgm:presLayoutVars/>
      </dgm:prSet>
      <dgm:spPr/>
    </dgm:pt>
    <dgm:pt modelId="{D4451705-6DFA-4714-9CF5-3866D352B533}" type="pres">
      <dgm:prSet presAssocID="{52B522FF-9DCA-4093-BD00-F1C68B6675F3}" presName="FourNodes_1" presStyleLbl="node1" presStyleIdx="0" presStyleCnt="4">
        <dgm:presLayoutVars>
          <dgm:bulletEnabled val="1"/>
        </dgm:presLayoutVars>
      </dgm:prSet>
      <dgm:spPr/>
    </dgm:pt>
    <dgm:pt modelId="{2F1D1DCB-2727-4521-94C6-21CCE9BE3AF5}" type="pres">
      <dgm:prSet presAssocID="{52B522FF-9DCA-4093-BD00-F1C68B6675F3}" presName="FourNodes_2" presStyleLbl="node1" presStyleIdx="1" presStyleCnt="4">
        <dgm:presLayoutVars>
          <dgm:bulletEnabled val="1"/>
        </dgm:presLayoutVars>
      </dgm:prSet>
      <dgm:spPr/>
    </dgm:pt>
    <dgm:pt modelId="{82D8B690-4CBE-4551-9EA9-F0CDE9DC979D}" type="pres">
      <dgm:prSet presAssocID="{52B522FF-9DCA-4093-BD00-F1C68B6675F3}" presName="FourNodes_3" presStyleLbl="node1" presStyleIdx="2" presStyleCnt="4">
        <dgm:presLayoutVars>
          <dgm:bulletEnabled val="1"/>
        </dgm:presLayoutVars>
      </dgm:prSet>
      <dgm:spPr/>
    </dgm:pt>
    <dgm:pt modelId="{2E3EEB4C-7A17-43CB-ABB8-1B552CAD8A22}" type="pres">
      <dgm:prSet presAssocID="{52B522FF-9DCA-4093-BD00-F1C68B6675F3}" presName="FourNodes_4" presStyleLbl="node1" presStyleIdx="3" presStyleCnt="4">
        <dgm:presLayoutVars>
          <dgm:bulletEnabled val="1"/>
        </dgm:presLayoutVars>
      </dgm:prSet>
      <dgm:spPr/>
    </dgm:pt>
    <dgm:pt modelId="{3EBD137B-8DAF-484B-90E0-D9D578CDA105}" type="pres">
      <dgm:prSet presAssocID="{52B522FF-9DCA-4093-BD00-F1C68B6675F3}" presName="FourConn_1-2" presStyleLbl="fgAccFollowNode1" presStyleIdx="0" presStyleCnt="3">
        <dgm:presLayoutVars>
          <dgm:bulletEnabled val="1"/>
        </dgm:presLayoutVars>
      </dgm:prSet>
      <dgm:spPr/>
    </dgm:pt>
    <dgm:pt modelId="{13C4B99C-5306-4C11-BB51-089DFCB60BDC}" type="pres">
      <dgm:prSet presAssocID="{52B522FF-9DCA-4093-BD00-F1C68B6675F3}" presName="FourConn_2-3" presStyleLbl="fgAccFollowNode1" presStyleIdx="1" presStyleCnt="3">
        <dgm:presLayoutVars>
          <dgm:bulletEnabled val="1"/>
        </dgm:presLayoutVars>
      </dgm:prSet>
      <dgm:spPr/>
    </dgm:pt>
    <dgm:pt modelId="{CCD811FA-C7A3-4DDB-9B93-4FE1749173BB}" type="pres">
      <dgm:prSet presAssocID="{52B522FF-9DCA-4093-BD00-F1C68B6675F3}" presName="FourConn_3-4" presStyleLbl="fgAccFollowNode1" presStyleIdx="2" presStyleCnt="3">
        <dgm:presLayoutVars>
          <dgm:bulletEnabled val="1"/>
        </dgm:presLayoutVars>
      </dgm:prSet>
      <dgm:spPr/>
    </dgm:pt>
    <dgm:pt modelId="{498C2D2E-5190-4E6E-96E6-34CF74A7681C}" type="pres">
      <dgm:prSet presAssocID="{52B522FF-9DCA-4093-BD00-F1C68B6675F3}" presName="FourNodes_1_text" presStyleLbl="node1" presStyleIdx="3" presStyleCnt="4">
        <dgm:presLayoutVars>
          <dgm:bulletEnabled val="1"/>
        </dgm:presLayoutVars>
      </dgm:prSet>
      <dgm:spPr/>
    </dgm:pt>
    <dgm:pt modelId="{18BDE8A7-AA36-4F29-9A9C-C930A3987218}" type="pres">
      <dgm:prSet presAssocID="{52B522FF-9DCA-4093-BD00-F1C68B6675F3}" presName="FourNodes_2_text" presStyleLbl="node1" presStyleIdx="3" presStyleCnt="4">
        <dgm:presLayoutVars>
          <dgm:bulletEnabled val="1"/>
        </dgm:presLayoutVars>
      </dgm:prSet>
      <dgm:spPr/>
    </dgm:pt>
    <dgm:pt modelId="{233D0530-1027-457E-8771-409D965C834A}" type="pres">
      <dgm:prSet presAssocID="{52B522FF-9DCA-4093-BD00-F1C68B6675F3}" presName="FourNodes_3_text" presStyleLbl="node1" presStyleIdx="3" presStyleCnt="4">
        <dgm:presLayoutVars>
          <dgm:bulletEnabled val="1"/>
        </dgm:presLayoutVars>
      </dgm:prSet>
      <dgm:spPr/>
    </dgm:pt>
    <dgm:pt modelId="{E1A7AC84-8297-4745-9A47-C3C39C374150}" type="pres">
      <dgm:prSet presAssocID="{52B522FF-9DCA-4093-BD00-F1C68B6675F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858A801-029D-41C4-A6C7-528709C34D4E}" type="presOf" srcId="{EB959576-0FF9-418E-95F1-A4C5D6245B47}" destId="{18BDE8A7-AA36-4F29-9A9C-C930A3987218}" srcOrd="1" destOrd="0" presId="urn:microsoft.com/office/officeart/2005/8/layout/vProcess5"/>
    <dgm:cxn modelId="{9E7F0511-6678-44AF-915C-3F95F6E7F8E0}" type="presOf" srcId="{D4A76C84-1508-4CFD-90FC-094513D60DA4}" destId="{498C2D2E-5190-4E6E-96E6-34CF74A7681C}" srcOrd="1" destOrd="0" presId="urn:microsoft.com/office/officeart/2005/8/layout/vProcess5"/>
    <dgm:cxn modelId="{4D913B23-2FBE-4F37-9CB6-2BF53960B4F8}" type="presOf" srcId="{7C8D5E24-1B70-4ACA-A3EB-68A3CBF69A62}" destId="{233D0530-1027-457E-8771-409D965C834A}" srcOrd="1" destOrd="0" presId="urn:microsoft.com/office/officeart/2005/8/layout/vProcess5"/>
    <dgm:cxn modelId="{6E7DF327-CBD6-4747-99E6-124A0CA53E6C}" type="presOf" srcId="{9B42A33C-C717-49A4-A967-043D30A7F9C1}" destId="{CCD811FA-C7A3-4DDB-9B93-4FE1749173BB}" srcOrd="0" destOrd="0" presId="urn:microsoft.com/office/officeart/2005/8/layout/vProcess5"/>
    <dgm:cxn modelId="{076FB736-F525-4A34-8FC4-BF8C75149689}" type="presOf" srcId="{52B522FF-9DCA-4093-BD00-F1C68B6675F3}" destId="{F6A34523-9364-41E8-AB1F-27EA65BEDC0A}" srcOrd="0" destOrd="0" presId="urn:microsoft.com/office/officeart/2005/8/layout/vProcess5"/>
    <dgm:cxn modelId="{9542E23A-D801-43CB-8DCE-93093C49E28A}" type="presOf" srcId="{D4A76C84-1508-4CFD-90FC-094513D60DA4}" destId="{D4451705-6DFA-4714-9CF5-3866D352B533}" srcOrd="0" destOrd="0" presId="urn:microsoft.com/office/officeart/2005/8/layout/vProcess5"/>
    <dgm:cxn modelId="{D62E343F-2040-4B3F-ABE1-CD6A8CC66FE7}" type="presOf" srcId="{4D790736-660B-422A-BE2D-921B555E9689}" destId="{E1A7AC84-8297-4745-9A47-C3C39C374150}" srcOrd="1" destOrd="0" presId="urn:microsoft.com/office/officeart/2005/8/layout/vProcess5"/>
    <dgm:cxn modelId="{B2956E61-3EEF-4576-8FE5-7F553859BFC3}" srcId="{52B522FF-9DCA-4093-BD00-F1C68B6675F3}" destId="{D4A76C84-1508-4CFD-90FC-094513D60DA4}" srcOrd="0" destOrd="0" parTransId="{6779776C-AA21-4553-8965-486A34C0AE32}" sibTransId="{D8E62A7B-C9B2-4334-A3EC-99AF7035EA6B}"/>
    <dgm:cxn modelId="{2E282268-B061-4446-866A-3FB9CD18BE42}" type="presOf" srcId="{3F49417E-6C95-44D1-97DC-8FC89841A87E}" destId="{13C4B99C-5306-4C11-BB51-089DFCB60BDC}" srcOrd="0" destOrd="0" presId="urn:microsoft.com/office/officeart/2005/8/layout/vProcess5"/>
    <dgm:cxn modelId="{4C2A526E-5E3B-4916-8F02-701A15759DE8}" type="presOf" srcId="{4D790736-660B-422A-BE2D-921B555E9689}" destId="{2E3EEB4C-7A17-43CB-ABB8-1B552CAD8A22}" srcOrd="0" destOrd="0" presId="urn:microsoft.com/office/officeart/2005/8/layout/vProcess5"/>
    <dgm:cxn modelId="{C511F353-F9BC-49E7-B401-379B15FB8617}" type="presOf" srcId="{D8E62A7B-C9B2-4334-A3EC-99AF7035EA6B}" destId="{3EBD137B-8DAF-484B-90E0-D9D578CDA105}" srcOrd="0" destOrd="0" presId="urn:microsoft.com/office/officeart/2005/8/layout/vProcess5"/>
    <dgm:cxn modelId="{95BF2E75-2CCE-4903-B82B-AAB3A65B9C6C}" srcId="{52B522FF-9DCA-4093-BD00-F1C68B6675F3}" destId="{7C8D5E24-1B70-4ACA-A3EB-68A3CBF69A62}" srcOrd="2" destOrd="0" parTransId="{8930BD17-9A96-478E-AF2E-C0BB8356EAC5}" sibTransId="{9B42A33C-C717-49A4-A967-043D30A7F9C1}"/>
    <dgm:cxn modelId="{BD53D985-A9C5-4133-A68E-F36168CC2C35}" srcId="{52B522FF-9DCA-4093-BD00-F1C68B6675F3}" destId="{EB959576-0FF9-418E-95F1-A4C5D6245B47}" srcOrd="1" destOrd="0" parTransId="{C6EE417C-E2CA-4AA8-A9F9-496A74D5F823}" sibTransId="{3F49417E-6C95-44D1-97DC-8FC89841A87E}"/>
    <dgm:cxn modelId="{AB151693-84A2-42CE-855D-EDBC8E6DD152}" type="presOf" srcId="{EB959576-0FF9-418E-95F1-A4C5D6245B47}" destId="{2F1D1DCB-2727-4521-94C6-21CCE9BE3AF5}" srcOrd="0" destOrd="0" presId="urn:microsoft.com/office/officeart/2005/8/layout/vProcess5"/>
    <dgm:cxn modelId="{C6835CC7-5001-4C29-9C61-20F464B88D21}" type="presOf" srcId="{7C8D5E24-1B70-4ACA-A3EB-68A3CBF69A62}" destId="{82D8B690-4CBE-4551-9EA9-F0CDE9DC979D}" srcOrd="0" destOrd="0" presId="urn:microsoft.com/office/officeart/2005/8/layout/vProcess5"/>
    <dgm:cxn modelId="{CC0E46DE-2A30-4F91-A944-4BF1082DAC63}" srcId="{52B522FF-9DCA-4093-BD00-F1C68B6675F3}" destId="{4D790736-660B-422A-BE2D-921B555E9689}" srcOrd="3" destOrd="0" parTransId="{E0C8DBBA-A5FC-43D0-B93B-85B33A091C28}" sibTransId="{6ADC4DF9-21F6-45D5-9FE1-63F7DD38DF6C}"/>
    <dgm:cxn modelId="{1640811E-246D-43A3-A7F7-8F8A3AA044A3}" type="presParOf" srcId="{F6A34523-9364-41E8-AB1F-27EA65BEDC0A}" destId="{DED0C63D-6DBE-4B1D-9F4B-A7E151A3C692}" srcOrd="0" destOrd="0" presId="urn:microsoft.com/office/officeart/2005/8/layout/vProcess5"/>
    <dgm:cxn modelId="{6662DFA0-CE29-42E9-9F65-8C029013D60F}" type="presParOf" srcId="{F6A34523-9364-41E8-AB1F-27EA65BEDC0A}" destId="{D4451705-6DFA-4714-9CF5-3866D352B533}" srcOrd="1" destOrd="0" presId="urn:microsoft.com/office/officeart/2005/8/layout/vProcess5"/>
    <dgm:cxn modelId="{B4EA06BB-BA3F-4CA2-B036-45484F4230B5}" type="presParOf" srcId="{F6A34523-9364-41E8-AB1F-27EA65BEDC0A}" destId="{2F1D1DCB-2727-4521-94C6-21CCE9BE3AF5}" srcOrd="2" destOrd="0" presId="urn:microsoft.com/office/officeart/2005/8/layout/vProcess5"/>
    <dgm:cxn modelId="{E978A8B0-5275-4480-BC21-773BA037D7BE}" type="presParOf" srcId="{F6A34523-9364-41E8-AB1F-27EA65BEDC0A}" destId="{82D8B690-4CBE-4551-9EA9-F0CDE9DC979D}" srcOrd="3" destOrd="0" presId="urn:microsoft.com/office/officeart/2005/8/layout/vProcess5"/>
    <dgm:cxn modelId="{A05C852A-1A7A-4EDC-A4A3-7AF3B60C518F}" type="presParOf" srcId="{F6A34523-9364-41E8-AB1F-27EA65BEDC0A}" destId="{2E3EEB4C-7A17-43CB-ABB8-1B552CAD8A22}" srcOrd="4" destOrd="0" presId="urn:microsoft.com/office/officeart/2005/8/layout/vProcess5"/>
    <dgm:cxn modelId="{F4B96576-5ECE-43EF-93B5-DE51D7E8FADD}" type="presParOf" srcId="{F6A34523-9364-41E8-AB1F-27EA65BEDC0A}" destId="{3EBD137B-8DAF-484B-90E0-D9D578CDA105}" srcOrd="5" destOrd="0" presId="urn:microsoft.com/office/officeart/2005/8/layout/vProcess5"/>
    <dgm:cxn modelId="{0B546407-A551-49E5-8855-7C79CDADE646}" type="presParOf" srcId="{F6A34523-9364-41E8-AB1F-27EA65BEDC0A}" destId="{13C4B99C-5306-4C11-BB51-089DFCB60BDC}" srcOrd="6" destOrd="0" presId="urn:microsoft.com/office/officeart/2005/8/layout/vProcess5"/>
    <dgm:cxn modelId="{EC09A40E-ADD7-4F1B-9671-0447B0A61370}" type="presParOf" srcId="{F6A34523-9364-41E8-AB1F-27EA65BEDC0A}" destId="{CCD811FA-C7A3-4DDB-9B93-4FE1749173BB}" srcOrd="7" destOrd="0" presId="urn:microsoft.com/office/officeart/2005/8/layout/vProcess5"/>
    <dgm:cxn modelId="{ADD04A4D-5F0D-4F73-A121-23296EDBD221}" type="presParOf" srcId="{F6A34523-9364-41E8-AB1F-27EA65BEDC0A}" destId="{498C2D2E-5190-4E6E-96E6-34CF74A7681C}" srcOrd="8" destOrd="0" presId="urn:microsoft.com/office/officeart/2005/8/layout/vProcess5"/>
    <dgm:cxn modelId="{85DDB135-79E0-4095-89A5-DF135C671BCE}" type="presParOf" srcId="{F6A34523-9364-41E8-AB1F-27EA65BEDC0A}" destId="{18BDE8A7-AA36-4F29-9A9C-C930A3987218}" srcOrd="9" destOrd="0" presId="urn:microsoft.com/office/officeart/2005/8/layout/vProcess5"/>
    <dgm:cxn modelId="{41E79CF8-1FDB-4425-952F-D2AB2C107348}" type="presParOf" srcId="{F6A34523-9364-41E8-AB1F-27EA65BEDC0A}" destId="{233D0530-1027-457E-8771-409D965C834A}" srcOrd="10" destOrd="0" presId="urn:microsoft.com/office/officeart/2005/8/layout/vProcess5"/>
    <dgm:cxn modelId="{123D76D5-D427-4B8B-AC52-F5806F5712BF}" type="presParOf" srcId="{F6A34523-9364-41E8-AB1F-27EA65BEDC0A}" destId="{E1A7AC84-8297-4745-9A47-C3C39C37415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7384C2-0950-4739-94A4-252C38952EA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669715-61C3-4757-A182-88B72C5A89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chess_game.py: giao diện + threading AI</a:t>
          </a:r>
        </a:p>
      </dgm:t>
    </dgm:pt>
    <dgm:pt modelId="{A4AC5A02-EF00-4FF2-8E36-6ABD626F5E31}" type="parTrans" cxnId="{766210A2-BE0A-4E21-AF5B-6F7292CD3470}">
      <dgm:prSet/>
      <dgm:spPr/>
      <dgm:t>
        <a:bodyPr/>
        <a:lstStyle/>
        <a:p>
          <a:endParaRPr lang="en-US"/>
        </a:p>
      </dgm:t>
    </dgm:pt>
    <dgm:pt modelId="{A69DD5A2-1BAF-41B8-B463-5337C9DEBA6E}" type="sibTrans" cxnId="{766210A2-BE0A-4E21-AF5B-6F7292CD3470}">
      <dgm:prSet/>
      <dgm:spPr/>
      <dgm:t>
        <a:bodyPr/>
        <a:lstStyle/>
        <a:p>
          <a:endParaRPr lang="en-US"/>
        </a:p>
      </dgm:t>
    </dgm:pt>
    <dgm:pt modelId="{ADD3B1D0-549E-4DBD-B23B-EDF8CA7223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best_move.py: search &amp; evaluation</a:t>
          </a:r>
        </a:p>
      </dgm:t>
    </dgm:pt>
    <dgm:pt modelId="{C992EC38-4084-4FBE-9662-BA13F6C0683E}" type="parTrans" cxnId="{AE9D0503-BEE9-4339-BC65-63FB55DEA878}">
      <dgm:prSet/>
      <dgm:spPr/>
      <dgm:t>
        <a:bodyPr/>
        <a:lstStyle/>
        <a:p>
          <a:endParaRPr lang="en-US"/>
        </a:p>
      </dgm:t>
    </dgm:pt>
    <dgm:pt modelId="{559F2208-53E3-4CF3-A01C-DCE5074C73D2}" type="sibTrans" cxnId="{AE9D0503-BEE9-4339-BC65-63FB55DEA878}">
      <dgm:prSet/>
      <dgm:spPr/>
      <dgm:t>
        <a:bodyPr/>
        <a:lstStyle/>
        <a:p>
          <a:endParaRPr lang="en-US"/>
        </a:p>
      </dgm:t>
    </dgm:pt>
    <dgm:pt modelId="{97B49BAC-78F9-491B-A57F-52A2138FFC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game_state.py: game_phase (opening/mid/end)</a:t>
          </a:r>
        </a:p>
      </dgm:t>
    </dgm:pt>
    <dgm:pt modelId="{65083E7A-3762-48A8-88C8-4A94F843E18C}" type="parTrans" cxnId="{DF035F91-794E-4AC2-8B68-ADC2A990B050}">
      <dgm:prSet/>
      <dgm:spPr/>
      <dgm:t>
        <a:bodyPr/>
        <a:lstStyle/>
        <a:p>
          <a:endParaRPr lang="en-US"/>
        </a:p>
      </dgm:t>
    </dgm:pt>
    <dgm:pt modelId="{8A25FD7C-9E13-4328-879A-5276C48D5E32}" type="sibTrans" cxnId="{DF035F91-794E-4AC2-8B68-ADC2A990B050}">
      <dgm:prSet/>
      <dgm:spPr/>
      <dgm:t>
        <a:bodyPr/>
        <a:lstStyle/>
        <a:p>
          <a:endParaRPr lang="en-US"/>
        </a:p>
      </dgm:t>
    </dgm:pt>
    <dgm:pt modelId="{46F04FE3-071B-4406-9846-E81B5213BDFC}" type="pres">
      <dgm:prSet presAssocID="{8F7384C2-0950-4739-94A4-252C38952EAA}" presName="root" presStyleCnt="0">
        <dgm:presLayoutVars>
          <dgm:dir/>
          <dgm:resizeHandles val="exact"/>
        </dgm:presLayoutVars>
      </dgm:prSet>
      <dgm:spPr/>
    </dgm:pt>
    <dgm:pt modelId="{6C55E7C6-D416-491E-BA5C-17394B91BFFD}" type="pres">
      <dgm:prSet presAssocID="{D7669715-61C3-4757-A182-88B72C5A892E}" presName="compNode" presStyleCnt="0"/>
      <dgm:spPr/>
    </dgm:pt>
    <dgm:pt modelId="{E76545F4-F9D1-4DAA-80B9-A7A72AC77900}" type="pres">
      <dgm:prSet presAssocID="{D7669715-61C3-4757-A182-88B72C5A892E}" presName="bgRect" presStyleLbl="bgShp" presStyleIdx="0" presStyleCnt="3"/>
      <dgm:spPr/>
    </dgm:pt>
    <dgm:pt modelId="{B5FCF592-9812-4899-A296-4A403E1AB370}" type="pres">
      <dgm:prSet presAssocID="{D7669715-61C3-4757-A182-88B72C5A89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BA61C7A-B6D1-45D6-9DDA-A12D9B6F5BE3}" type="pres">
      <dgm:prSet presAssocID="{D7669715-61C3-4757-A182-88B72C5A892E}" presName="spaceRect" presStyleCnt="0"/>
      <dgm:spPr/>
    </dgm:pt>
    <dgm:pt modelId="{B789997F-6729-42A0-8B87-D58E44FF8CFB}" type="pres">
      <dgm:prSet presAssocID="{D7669715-61C3-4757-A182-88B72C5A892E}" presName="parTx" presStyleLbl="revTx" presStyleIdx="0" presStyleCnt="3">
        <dgm:presLayoutVars>
          <dgm:chMax val="0"/>
          <dgm:chPref val="0"/>
        </dgm:presLayoutVars>
      </dgm:prSet>
      <dgm:spPr/>
    </dgm:pt>
    <dgm:pt modelId="{29FD3377-381D-44F1-A213-ECDF1EBFF590}" type="pres">
      <dgm:prSet presAssocID="{A69DD5A2-1BAF-41B8-B463-5337C9DEBA6E}" presName="sibTrans" presStyleCnt="0"/>
      <dgm:spPr/>
    </dgm:pt>
    <dgm:pt modelId="{EF77A537-49F3-47D0-8024-A1C6F912AB3F}" type="pres">
      <dgm:prSet presAssocID="{ADD3B1D0-549E-4DBD-B23B-EDF8CA72232A}" presName="compNode" presStyleCnt="0"/>
      <dgm:spPr/>
    </dgm:pt>
    <dgm:pt modelId="{857D36F1-E1B2-41DB-93A8-5A7F3E7293E8}" type="pres">
      <dgm:prSet presAssocID="{ADD3B1D0-549E-4DBD-B23B-EDF8CA72232A}" presName="bgRect" presStyleLbl="bgShp" presStyleIdx="1" presStyleCnt="3"/>
      <dgm:spPr/>
    </dgm:pt>
    <dgm:pt modelId="{28242961-EC14-4ACD-A4BD-7F11E12CFC4D}" type="pres">
      <dgm:prSet presAssocID="{ADD3B1D0-549E-4DBD-B23B-EDF8CA7223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900DA08-F040-46C4-901C-74EE602658F9}" type="pres">
      <dgm:prSet presAssocID="{ADD3B1D0-549E-4DBD-B23B-EDF8CA72232A}" presName="spaceRect" presStyleCnt="0"/>
      <dgm:spPr/>
    </dgm:pt>
    <dgm:pt modelId="{E964ADE1-D4D2-4874-A33A-4BB85D9C0811}" type="pres">
      <dgm:prSet presAssocID="{ADD3B1D0-549E-4DBD-B23B-EDF8CA72232A}" presName="parTx" presStyleLbl="revTx" presStyleIdx="1" presStyleCnt="3">
        <dgm:presLayoutVars>
          <dgm:chMax val="0"/>
          <dgm:chPref val="0"/>
        </dgm:presLayoutVars>
      </dgm:prSet>
      <dgm:spPr/>
    </dgm:pt>
    <dgm:pt modelId="{C85A84FA-0032-415C-BF01-994FC3AE0F9C}" type="pres">
      <dgm:prSet presAssocID="{559F2208-53E3-4CF3-A01C-DCE5074C73D2}" presName="sibTrans" presStyleCnt="0"/>
      <dgm:spPr/>
    </dgm:pt>
    <dgm:pt modelId="{59B38440-746C-4D72-8ED6-F2CD38519677}" type="pres">
      <dgm:prSet presAssocID="{97B49BAC-78F9-491B-A57F-52A2138FFC51}" presName="compNode" presStyleCnt="0"/>
      <dgm:spPr/>
    </dgm:pt>
    <dgm:pt modelId="{C4ACC0D7-1865-4D7F-A15D-49A2342E3F01}" type="pres">
      <dgm:prSet presAssocID="{97B49BAC-78F9-491B-A57F-52A2138FFC51}" presName="bgRect" presStyleLbl="bgShp" presStyleIdx="2" presStyleCnt="3"/>
      <dgm:spPr/>
    </dgm:pt>
    <dgm:pt modelId="{A549D1EC-7532-4A2A-AD78-713B88AE68D9}" type="pres">
      <dgm:prSet presAssocID="{97B49BAC-78F9-491B-A57F-52A2138FFC5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F8B8DBAB-DC01-4EB9-9B6C-3DEDB2E593F4}" type="pres">
      <dgm:prSet presAssocID="{97B49BAC-78F9-491B-A57F-52A2138FFC51}" presName="spaceRect" presStyleCnt="0"/>
      <dgm:spPr/>
    </dgm:pt>
    <dgm:pt modelId="{1F87B9B7-A3E9-42EC-A9D1-F0890D0D830D}" type="pres">
      <dgm:prSet presAssocID="{97B49BAC-78F9-491B-A57F-52A2138FFC5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E9D0503-BEE9-4339-BC65-63FB55DEA878}" srcId="{8F7384C2-0950-4739-94A4-252C38952EAA}" destId="{ADD3B1D0-549E-4DBD-B23B-EDF8CA72232A}" srcOrd="1" destOrd="0" parTransId="{C992EC38-4084-4FBE-9662-BA13F6C0683E}" sibTransId="{559F2208-53E3-4CF3-A01C-DCE5074C73D2}"/>
    <dgm:cxn modelId="{5962CA61-6C34-4A0B-A2FA-128A99B176A4}" type="presOf" srcId="{8F7384C2-0950-4739-94A4-252C38952EAA}" destId="{46F04FE3-071B-4406-9846-E81B5213BDFC}" srcOrd="0" destOrd="0" presId="urn:microsoft.com/office/officeart/2018/2/layout/IconVerticalSolidList"/>
    <dgm:cxn modelId="{36D0DA79-6056-43D9-B0BF-21DE903C12D5}" type="presOf" srcId="{ADD3B1D0-549E-4DBD-B23B-EDF8CA72232A}" destId="{E964ADE1-D4D2-4874-A33A-4BB85D9C0811}" srcOrd="0" destOrd="0" presId="urn:microsoft.com/office/officeart/2018/2/layout/IconVerticalSolidList"/>
    <dgm:cxn modelId="{DF035F91-794E-4AC2-8B68-ADC2A990B050}" srcId="{8F7384C2-0950-4739-94A4-252C38952EAA}" destId="{97B49BAC-78F9-491B-A57F-52A2138FFC51}" srcOrd="2" destOrd="0" parTransId="{65083E7A-3762-48A8-88C8-4A94F843E18C}" sibTransId="{8A25FD7C-9E13-4328-879A-5276C48D5E32}"/>
    <dgm:cxn modelId="{766210A2-BE0A-4E21-AF5B-6F7292CD3470}" srcId="{8F7384C2-0950-4739-94A4-252C38952EAA}" destId="{D7669715-61C3-4757-A182-88B72C5A892E}" srcOrd="0" destOrd="0" parTransId="{A4AC5A02-EF00-4FF2-8E36-6ABD626F5E31}" sibTransId="{A69DD5A2-1BAF-41B8-B463-5337C9DEBA6E}"/>
    <dgm:cxn modelId="{5BC79EB4-16C4-4BD8-A1E3-AFE2D4D03E43}" type="presOf" srcId="{97B49BAC-78F9-491B-A57F-52A2138FFC51}" destId="{1F87B9B7-A3E9-42EC-A9D1-F0890D0D830D}" srcOrd="0" destOrd="0" presId="urn:microsoft.com/office/officeart/2018/2/layout/IconVerticalSolidList"/>
    <dgm:cxn modelId="{49CC6BC3-CA2D-49CE-B551-FA45635DA717}" type="presOf" srcId="{D7669715-61C3-4757-A182-88B72C5A892E}" destId="{B789997F-6729-42A0-8B87-D58E44FF8CFB}" srcOrd="0" destOrd="0" presId="urn:microsoft.com/office/officeart/2018/2/layout/IconVerticalSolidList"/>
    <dgm:cxn modelId="{9DE0C113-6DFB-48AC-AF9F-F29B3BAF4075}" type="presParOf" srcId="{46F04FE3-071B-4406-9846-E81B5213BDFC}" destId="{6C55E7C6-D416-491E-BA5C-17394B91BFFD}" srcOrd="0" destOrd="0" presId="urn:microsoft.com/office/officeart/2018/2/layout/IconVerticalSolidList"/>
    <dgm:cxn modelId="{FD1965BC-CC20-4B0C-A82E-DE0FA1E1A5FB}" type="presParOf" srcId="{6C55E7C6-D416-491E-BA5C-17394B91BFFD}" destId="{E76545F4-F9D1-4DAA-80B9-A7A72AC77900}" srcOrd="0" destOrd="0" presId="urn:microsoft.com/office/officeart/2018/2/layout/IconVerticalSolidList"/>
    <dgm:cxn modelId="{5161B3D3-F59D-44FB-B554-733B89F42213}" type="presParOf" srcId="{6C55E7C6-D416-491E-BA5C-17394B91BFFD}" destId="{B5FCF592-9812-4899-A296-4A403E1AB370}" srcOrd="1" destOrd="0" presId="urn:microsoft.com/office/officeart/2018/2/layout/IconVerticalSolidList"/>
    <dgm:cxn modelId="{7E22852A-437A-4AD7-B2C5-6526C9BD28BC}" type="presParOf" srcId="{6C55E7C6-D416-491E-BA5C-17394B91BFFD}" destId="{2BA61C7A-B6D1-45D6-9DDA-A12D9B6F5BE3}" srcOrd="2" destOrd="0" presId="urn:microsoft.com/office/officeart/2018/2/layout/IconVerticalSolidList"/>
    <dgm:cxn modelId="{8E137817-C402-4FD7-9134-74073D6720FE}" type="presParOf" srcId="{6C55E7C6-D416-491E-BA5C-17394B91BFFD}" destId="{B789997F-6729-42A0-8B87-D58E44FF8CFB}" srcOrd="3" destOrd="0" presId="urn:microsoft.com/office/officeart/2018/2/layout/IconVerticalSolidList"/>
    <dgm:cxn modelId="{5C80D250-7493-47B9-91E5-D044D78F0852}" type="presParOf" srcId="{46F04FE3-071B-4406-9846-E81B5213BDFC}" destId="{29FD3377-381D-44F1-A213-ECDF1EBFF590}" srcOrd="1" destOrd="0" presId="urn:microsoft.com/office/officeart/2018/2/layout/IconVerticalSolidList"/>
    <dgm:cxn modelId="{E3700A9E-6D00-43F0-93E5-1E30D1F64C2F}" type="presParOf" srcId="{46F04FE3-071B-4406-9846-E81B5213BDFC}" destId="{EF77A537-49F3-47D0-8024-A1C6F912AB3F}" srcOrd="2" destOrd="0" presId="urn:microsoft.com/office/officeart/2018/2/layout/IconVerticalSolidList"/>
    <dgm:cxn modelId="{5B27BEEA-2B30-40B3-AA19-4C50F0576744}" type="presParOf" srcId="{EF77A537-49F3-47D0-8024-A1C6F912AB3F}" destId="{857D36F1-E1B2-41DB-93A8-5A7F3E7293E8}" srcOrd="0" destOrd="0" presId="urn:microsoft.com/office/officeart/2018/2/layout/IconVerticalSolidList"/>
    <dgm:cxn modelId="{44A74B73-7EE5-497A-81FF-1ECAB434F80B}" type="presParOf" srcId="{EF77A537-49F3-47D0-8024-A1C6F912AB3F}" destId="{28242961-EC14-4ACD-A4BD-7F11E12CFC4D}" srcOrd="1" destOrd="0" presId="urn:microsoft.com/office/officeart/2018/2/layout/IconVerticalSolidList"/>
    <dgm:cxn modelId="{A664A78D-15A8-494F-B07E-5E3697EEDB03}" type="presParOf" srcId="{EF77A537-49F3-47D0-8024-A1C6F912AB3F}" destId="{5900DA08-F040-46C4-901C-74EE602658F9}" srcOrd="2" destOrd="0" presId="urn:microsoft.com/office/officeart/2018/2/layout/IconVerticalSolidList"/>
    <dgm:cxn modelId="{4A65C076-CFE3-4BEA-9232-061B47474A91}" type="presParOf" srcId="{EF77A537-49F3-47D0-8024-A1C6F912AB3F}" destId="{E964ADE1-D4D2-4874-A33A-4BB85D9C0811}" srcOrd="3" destOrd="0" presId="urn:microsoft.com/office/officeart/2018/2/layout/IconVerticalSolidList"/>
    <dgm:cxn modelId="{BAF4D7F2-0A4A-48D8-A853-307CB903A51D}" type="presParOf" srcId="{46F04FE3-071B-4406-9846-E81B5213BDFC}" destId="{C85A84FA-0032-415C-BF01-994FC3AE0F9C}" srcOrd="3" destOrd="0" presId="urn:microsoft.com/office/officeart/2018/2/layout/IconVerticalSolidList"/>
    <dgm:cxn modelId="{9082DBE8-F763-415F-A583-7335E746E87D}" type="presParOf" srcId="{46F04FE3-071B-4406-9846-E81B5213BDFC}" destId="{59B38440-746C-4D72-8ED6-F2CD38519677}" srcOrd="4" destOrd="0" presId="urn:microsoft.com/office/officeart/2018/2/layout/IconVerticalSolidList"/>
    <dgm:cxn modelId="{D2150A97-734F-4BC2-A0A0-9ECE04EA0532}" type="presParOf" srcId="{59B38440-746C-4D72-8ED6-F2CD38519677}" destId="{C4ACC0D7-1865-4D7F-A15D-49A2342E3F01}" srcOrd="0" destOrd="0" presId="urn:microsoft.com/office/officeart/2018/2/layout/IconVerticalSolidList"/>
    <dgm:cxn modelId="{9F5C61C8-4286-451D-8A1F-558A06437548}" type="presParOf" srcId="{59B38440-746C-4D72-8ED6-F2CD38519677}" destId="{A549D1EC-7532-4A2A-AD78-713B88AE68D9}" srcOrd="1" destOrd="0" presId="urn:microsoft.com/office/officeart/2018/2/layout/IconVerticalSolidList"/>
    <dgm:cxn modelId="{964393B2-2D83-4AD0-9B7D-FD1B421B2150}" type="presParOf" srcId="{59B38440-746C-4D72-8ED6-F2CD38519677}" destId="{F8B8DBAB-DC01-4EB9-9B6C-3DEDB2E593F4}" srcOrd="2" destOrd="0" presId="urn:microsoft.com/office/officeart/2018/2/layout/IconVerticalSolidList"/>
    <dgm:cxn modelId="{7BED2DE6-3887-4645-833C-98F82ED2FBF6}" type="presParOf" srcId="{59B38440-746C-4D72-8ED6-F2CD38519677}" destId="{1F87B9B7-A3E9-42EC-A9D1-F0890D0D83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B45895-33C6-4249-8129-FF229B907BB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18B88C4-F510-4D0A-8CB1-66B415F04D6B}">
      <dgm:prSet/>
      <dgm:spPr/>
      <dgm:t>
        <a:bodyPr/>
        <a:lstStyle/>
        <a:p>
          <a:r>
            <a:rPr lang="en-US"/>
            <a:t>Minimax + Alpha-Beta</a:t>
          </a:r>
        </a:p>
      </dgm:t>
    </dgm:pt>
    <dgm:pt modelId="{9F79D200-9AE1-407A-BC7A-53FC0A93AA8B}" type="parTrans" cxnId="{21D93874-A3EC-4304-946C-1D791024EE79}">
      <dgm:prSet/>
      <dgm:spPr/>
      <dgm:t>
        <a:bodyPr/>
        <a:lstStyle/>
        <a:p>
          <a:endParaRPr lang="en-US"/>
        </a:p>
      </dgm:t>
    </dgm:pt>
    <dgm:pt modelId="{2848A2A0-5F10-494C-AC80-3ECC6A3C3246}" type="sibTrans" cxnId="{21D93874-A3EC-4304-946C-1D791024EE79}">
      <dgm:prSet/>
      <dgm:spPr/>
      <dgm:t>
        <a:bodyPr/>
        <a:lstStyle/>
        <a:p>
          <a:endParaRPr lang="en-US"/>
        </a:p>
      </dgm:t>
    </dgm:pt>
    <dgm:pt modelId="{A598A511-3905-4DBC-AD39-1CE83B7E002E}">
      <dgm:prSet/>
      <dgm:spPr/>
      <dgm:t>
        <a:bodyPr/>
        <a:lstStyle/>
        <a:p>
          <a:r>
            <a:rPr lang="en-US" dirty="0"/>
            <a:t>Move ordering (</a:t>
          </a:r>
          <a:r>
            <a:rPr lang="en-US" dirty="0" err="1"/>
            <a:t>score_move</a:t>
          </a:r>
          <a:r>
            <a:rPr lang="en-US" dirty="0"/>
            <a:t>)</a:t>
          </a:r>
        </a:p>
      </dgm:t>
    </dgm:pt>
    <dgm:pt modelId="{5E1D0CB7-7798-4B77-9F3D-3E5AD7612EE5}" type="parTrans" cxnId="{12F080A3-D727-4D7A-B118-A1BD93E00C56}">
      <dgm:prSet/>
      <dgm:spPr/>
      <dgm:t>
        <a:bodyPr/>
        <a:lstStyle/>
        <a:p>
          <a:endParaRPr lang="en-US"/>
        </a:p>
      </dgm:t>
    </dgm:pt>
    <dgm:pt modelId="{5DAA3931-1027-4764-A483-1D5D841EAA3A}" type="sibTrans" cxnId="{12F080A3-D727-4D7A-B118-A1BD93E00C56}">
      <dgm:prSet/>
      <dgm:spPr/>
      <dgm:t>
        <a:bodyPr/>
        <a:lstStyle/>
        <a:p>
          <a:endParaRPr lang="en-US"/>
        </a:p>
      </dgm:t>
    </dgm:pt>
    <dgm:pt modelId="{923F3474-2A4D-425A-B70E-17BD55B3C8CF}">
      <dgm:prSet/>
      <dgm:spPr/>
      <dgm:t>
        <a:bodyPr/>
        <a:lstStyle/>
        <a:p>
          <a:r>
            <a:rPr lang="en-US" dirty="0"/>
            <a:t>Quiescence search</a:t>
          </a:r>
        </a:p>
      </dgm:t>
    </dgm:pt>
    <dgm:pt modelId="{CEC8493C-7AE3-4E82-94E2-B0554BD767A6}" type="parTrans" cxnId="{6D30E3A2-4C31-48D1-BB82-AC49500D20F7}">
      <dgm:prSet/>
      <dgm:spPr/>
      <dgm:t>
        <a:bodyPr/>
        <a:lstStyle/>
        <a:p>
          <a:endParaRPr lang="en-US"/>
        </a:p>
      </dgm:t>
    </dgm:pt>
    <dgm:pt modelId="{5E61D746-026B-46BF-964E-B006C7D36EE0}" type="sibTrans" cxnId="{6D30E3A2-4C31-48D1-BB82-AC49500D20F7}">
      <dgm:prSet/>
      <dgm:spPr/>
      <dgm:t>
        <a:bodyPr/>
        <a:lstStyle/>
        <a:p>
          <a:endParaRPr lang="en-US"/>
        </a:p>
      </dgm:t>
    </dgm:pt>
    <dgm:pt modelId="{F5EFD5AA-B6AA-44DA-9E95-34D794F3DF4F}">
      <dgm:prSet/>
      <dgm:spPr/>
      <dgm:t>
        <a:bodyPr/>
        <a:lstStyle/>
        <a:p>
          <a:r>
            <a:rPr lang="en-US" dirty="0"/>
            <a:t>Killer moves</a:t>
          </a:r>
        </a:p>
      </dgm:t>
    </dgm:pt>
    <dgm:pt modelId="{6C6A1695-825F-4C67-941F-4BEC024DE95B}" type="parTrans" cxnId="{CF096B58-998B-4896-B53D-24CCC8C89CD9}">
      <dgm:prSet/>
      <dgm:spPr/>
      <dgm:t>
        <a:bodyPr/>
        <a:lstStyle/>
        <a:p>
          <a:endParaRPr lang="en-US"/>
        </a:p>
      </dgm:t>
    </dgm:pt>
    <dgm:pt modelId="{980C925A-0ECB-4A27-BDFD-306C7F8C33D2}" type="sibTrans" cxnId="{CF096B58-998B-4896-B53D-24CCC8C89CD9}">
      <dgm:prSet/>
      <dgm:spPr/>
      <dgm:t>
        <a:bodyPr/>
        <a:lstStyle/>
        <a:p>
          <a:endParaRPr lang="en-US"/>
        </a:p>
      </dgm:t>
    </dgm:pt>
    <dgm:pt modelId="{0ACE1241-8749-4BCF-8EE6-EF584C86B810}" type="pres">
      <dgm:prSet presAssocID="{6EB45895-33C6-4249-8129-FF229B907BB7}" presName="linear" presStyleCnt="0">
        <dgm:presLayoutVars>
          <dgm:animLvl val="lvl"/>
          <dgm:resizeHandles val="exact"/>
        </dgm:presLayoutVars>
      </dgm:prSet>
      <dgm:spPr/>
    </dgm:pt>
    <dgm:pt modelId="{031B5AA1-3EB5-48AF-851F-1C2613A050F9}" type="pres">
      <dgm:prSet presAssocID="{818B88C4-F510-4D0A-8CB1-66B415F04D6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34396CD-5710-40E6-9D1D-E8BDD68E513B}" type="pres">
      <dgm:prSet presAssocID="{2848A2A0-5F10-494C-AC80-3ECC6A3C3246}" presName="spacer" presStyleCnt="0"/>
      <dgm:spPr/>
    </dgm:pt>
    <dgm:pt modelId="{F9259E7B-190D-4C73-B3CD-A70F536E8EA5}" type="pres">
      <dgm:prSet presAssocID="{A598A511-3905-4DBC-AD39-1CE83B7E002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4F6BDF-D6A9-44F8-A888-CF31E42C976D}" type="pres">
      <dgm:prSet presAssocID="{5DAA3931-1027-4764-A483-1D5D841EAA3A}" presName="spacer" presStyleCnt="0"/>
      <dgm:spPr/>
    </dgm:pt>
    <dgm:pt modelId="{BF8B8FD1-131B-4FCC-AED3-E0204A5F7C8A}" type="pres">
      <dgm:prSet presAssocID="{923F3474-2A4D-425A-B70E-17BD55B3C8C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F85084-996F-486A-91DE-5FB5234E56A9}" type="pres">
      <dgm:prSet presAssocID="{5E61D746-026B-46BF-964E-B006C7D36EE0}" presName="spacer" presStyleCnt="0"/>
      <dgm:spPr/>
    </dgm:pt>
    <dgm:pt modelId="{3E775295-3299-4A9D-BC9E-C565ABEA6F9D}" type="pres">
      <dgm:prSet presAssocID="{F5EFD5AA-B6AA-44DA-9E95-34D794F3DF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9D8607-7169-48BC-8341-F98CFAC10F39}" type="presOf" srcId="{A598A511-3905-4DBC-AD39-1CE83B7E002E}" destId="{F9259E7B-190D-4C73-B3CD-A70F536E8EA5}" srcOrd="0" destOrd="0" presId="urn:microsoft.com/office/officeart/2005/8/layout/vList2"/>
    <dgm:cxn modelId="{825F0168-30B0-49B8-AAAA-2013D9F8B579}" type="presOf" srcId="{6EB45895-33C6-4249-8129-FF229B907BB7}" destId="{0ACE1241-8749-4BCF-8EE6-EF584C86B810}" srcOrd="0" destOrd="0" presId="urn:microsoft.com/office/officeart/2005/8/layout/vList2"/>
    <dgm:cxn modelId="{8C642E54-8C38-4CA0-8165-304DE7AD8943}" type="presOf" srcId="{818B88C4-F510-4D0A-8CB1-66B415F04D6B}" destId="{031B5AA1-3EB5-48AF-851F-1C2613A050F9}" srcOrd="0" destOrd="0" presId="urn:microsoft.com/office/officeart/2005/8/layout/vList2"/>
    <dgm:cxn modelId="{21D93874-A3EC-4304-946C-1D791024EE79}" srcId="{6EB45895-33C6-4249-8129-FF229B907BB7}" destId="{818B88C4-F510-4D0A-8CB1-66B415F04D6B}" srcOrd="0" destOrd="0" parTransId="{9F79D200-9AE1-407A-BC7A-53FC0A93AA8B}" sibTransId="{2848A2A0-5F10-494C-AC80-3ECC6A3C3246}"/>
    <dgm:cxn modelId="{CF096B58-998B-4896-B53D-24CCC8C89CD9}" srcId="{6EB45895-33C6-4249-8129-FF229B907BB7}" destId="{F5EFD5AA-B6AA-44DA-9E95-34D794F3DF4F}" srcOrd="3" destOrd="0" parTransId="{6C6A1695-825F-4C67-941F-4BEC024DE95B}" sibTransId="{980C925A-0ECB-4A27-BDFD-306C7F8C33D2}"/>
    <dgm:cxn modelId="{9DFDB17B-89AC-453D-AB83-543EAA9C756C}" type="presOf" srcId="{F5EFD5AA-B6AA-44DA-9E95-34D794F3DF4F}" destId="{3E775295-3299-4A9D-BC9E-C565ABEA6F9D}" srcOrd="0" destOrd="0" presId="urn:microsoft.com/office/officeart/2005/8/layout/vList2"/>
    <dgm:cxn modelId="{6D30E3A2-4C31-48D1-BB82-AC49500D20F7}" srcId="{6EB45895-33C6-4249-8129-FF229B907BB7}" destId="{923F3474-2A4D-425A-B70E-17BD55B3C8CF}" srcOrd="2" destOrd="0" parTransId="{CEC8493C-7AE3-4E82-94E2-B0554BD767A6}" sibTransId="{5E61D746-026B-46BF-964E-B006C7D36EE0}"/>
    <dgm:cxn modelId="{12F080A3-D727-4D7A-B118-A1BD93E00C56}" srcId="{6EB45895-33C6-4249-8129-FF229B907BB7}" destId="{A598A511-3905-4DBC-AD39-1CE83B7E002E}" srcOrd="1" destOrd="0" parTransId="{5E1D0CB7-7798-4B77-9F3D-3E5AD7612EE5}" sibTransId="{5DAA3931-1027-4764-A483-1D5D841EAA3A}"/>
    <dgm:cxn modelId="{EEAE55AC-1D90-4866-A05C-97AB93D087D4}" type="presOf" srcId="{923F3474-2A4D-425A-B70E-17BD55B3C8CF}" destId="{BF8B8FD1-131B-4FCC-AED3-E0204A5F7C8A}" srcOrd="0" destOrd="0" presId="urn:microsoft.com/office/officeart/2005/8/layout/vList2"/>
    <dgm:cxn modelId="{E3C27365-D22D-45DA-8209-D5BB2FE69D24}" type="presParOf" srcId="{0ACE1241-8749-4BCF-8EE6-EF584C86B810}" destId="{031B5AA1-3EB5-48AF-851F-1C2613A050F9}" srcOrd="0" destOrd="0" presId="urn:microsoft.com/office/officeart/2005/8/layout/vList2"/>
    <dgm:cxn modelId="{29355613-7515-4F80-8171-BD39F93206E8}" type="presParOf" srcId="{0ACE1241-8749-4BCF-8EE6-EF584C86B810}" destId="{B34396CD-5710-40E6-9D1D-E8BDD68E513B}" srcOrd="1" destOrd="0" presId="urn:microsoft.com/office/officeart/2005/8/layout/vList2"/>
    <dgm:cxn modelId="{80F47E02-E7FB-4C70-A011-12C2A577B279}" type="presParOf" srcId="{0ACE1241-8749-4BCF-8EE6-EF584C86B810}" destId="{F9259E7B-190D-4C73-B3CD-A70F536E8EA5}" srcOrd="2" destOrd="0" presId="urn:microsoft.com/office/officeart/2005/8/layout/vList2"/>
    <dgm:cxn modelId="{29391407-DD4A-4AE8-89F1-4BCAC7226359}" type="presParOf" srcId="{0ACE1241-8749-4BCF-8EE6-EF584C86B810}" destId="{524F6BDF-D6A9-44F8-A888-CF31E42C976D}" srcOrd="3" destOrd="0" presId="urn:microsoft.com/office/officeart/2005/8/layout/vList2"/>
    <dgm:cxn modelId="{24B47977-F10C-4F48-9E7A-6862B721D2C0}" type="presParOf" srcId="{0ACE1241-8749-4BCF-8EE6-EF584C86B810}" destId="{BF8B8FD1-131B-4FCC-AED3-E0204A5F7C8A}" srcOrd="4" destOrd="0" presId="urn:microsoft.com/office/officeart/2005/8/layout/vList2"/>
    <dgm:cxn modelId="{E7886739-7DEE-45CC-82A7-F6C2FA8BCEB2}" type="presParOf" srcId="{0ACE1241-8749-4BCF-8EE6-EF584C86B810}" destId="{66F85084-996F-486A-91DE-5FB5234E56A9}" srcOrd="5" destOrd="0" presId="urn:microsoft.com/office/officeart/2005/8/layout/vList2"/>
    <dgm:cxn modelId="{47674DB4-4DD8-48BB-AE57-333C4C223191}" type="presParOf" srcId="{0ACE1241-8749-4BCF-8EE6-EF584C86B810}" destId="{3E775295-3299-4A9D-BC9E-C565ABEA6F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49DFE1-04A5-495C-9DBD-5A6D19B8721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A4DFA7-BA8E-4103-8234-0A9EFDAA64C3}">
      <dgm:prSet/>
      <dgm:spPr/>
      <dgm:t>
        <a:bodyPr/>
        <a:lstStyle/>
        <a:p>
          <a:r>
            <a:rPr lang="en-US" b="1" i="0" baseline="0"/>
            <a:t>Khái niệm Minimax:</a:t>
          </a:r>
          <a:endParaRPr lang="en-US"/>
        </a:p>
      </dgm:t>
    </dgm:pt>
    <dgm:pt modelId="{2D356432-5441-4D61-8750-528ED88EB951}" type="parTrans" cxnId="{22980A8E-FC02-47B6-8917-534161BAB418}">
      <dgm:prSet/>
      <dgm:spPr/>
      <dgm:t>
        <a:bodyPr/>
        <a:lstStyle/>
        <a:p>
          <a:endParaRPr lang="en-US"/>
        </a:p>
      </dgm:t>
    </dgm:pt>
    <dgm:pt modelId="{B6E40DE8-A671-408F-91FB-8A7E5B443F71}" type="sibTrans" cxnId="{22980A8E-FC02-47B6-8917-534161BAB418}">
      <dgm:prSet/>
      <dgm:spPr/>
      <dgm:t>
        <a:bodyPr/>
        <a:lstStyle/>
        <a:p>
          <a:endParaRPr lang="en-US"/>
        </a:p>
      </dgm:t>
    </dgm:pt>
    <dgm:pt modelId="{75283771-B4AF-4EC3-B46D-E0D8261904BC}">
      <dgm:prSet/>
      <dgm:spPr/>
      <dgm:t>
        <a:bodyPr/>
        <a:lstStyle/>
        <a:p>
          <a:r>
            <a:rPr lang="en-US" b="0" i="0" baseline="0"/>
            <a:t>Mô phỏng tư duy cờ vua: Tôi chọn nước tốt nhất cho mình (</a:t>
          </a:r>
          <a:r>
            <a:rPr lang="en-US" b="1" i="0" baseline="0"/>
            <a:t>Max</a:t>
          </a:r>
          <a:r>
            <a:rPr lang="en-US" b="0" i="0" baseline="0"/>
            <a:t>), đối thủ chọn nước tệ nhất cho tôi (</a:t>
          </a:r>
          <a:r>
            <a:rPr lang="en-US" b="1" i="0" baseline="0"/>
            <a:t>Min</a:t>
          </a:r>
          <a:r>
            <a:rPr lang="en-US" b="0" i="0" baseline="0"/>
            <a:t>).</a:t>
          </a:r>
          <a:endParaRPr lang="en-US"/>
        </a:p>
      </dgm:t>
    </dgm:pt>
    <dgm:pt modelId="{EB7F82C2-FA20-4B9A-A53B-0CF35FDCB1ED}" type="parTrans" cxnId="{734CC47B-96A0-419E-A985-8FBC91D0413F}">
      <dgm:prSet/>
      <dgm:spPr/>
      <dgm:t>
        <a:bodyPr/>
        <a:lstStyle/>
        <a:p>
          <a:endParaRPr lang="en-US"/>
        </a:p>
      </dgm:t>
    </dgm:pt>
    <dgm:pt modelId="{BF0432C8-69B9-4289-8B09-26E423EAF769}" type="sibTrans" cxnId="{734CC47B-96A0-419E-A985-8FBC91D0413F}">
      <dgm:prSet/>
      <dgm:spPr/>
      <dgm:t>
        <a:bodyPr/>
        <a:lstStyle/>
        <a:p>
          <a:endParaRPr lang="en-US"/>
        </a:p>
      </dgm:t>
    </dgm:pt>
    <dgm:pt modelId="{EE62A20D-FEAA-4C54-8F75-0891EDC6B1AA}">
      <dgm:prSet/>
      <dgm:spPr/>
      <dgm:t>
        <a:bodyPr/>
        <a:lstStyle/>
        <a:p>
          <a:r>
            <a:rPr lang="en-US" b="0" i="0" baseline="0"/>
            <a:t>Duyệt cây quyết định theo độ sâu (Depth-first search).</a:t>
          </a:r>
          <a:endParaRPr lang="en-US"/>
        </a:p>
      </dgm:t>
    </dgm:pt>
    <dgm:pt modelId="{D5FB3BEE-4CF4-4A10-B910-5FA4B9973A40}" type="parTrans" cxnId="{DB485798-D92B-48D4-AB97-B806A9B88216}">
      <dgm:prSet/>
      <dgm:spPr/>
      <dgm:t>
        <a:bodyPr/>
        <a:lstStyle/>
        <a:p>
          <a:endParaRPr lang="en-US"/>
        </a:p>
      </dgm:t>
    </dgm:pt>
    <dgm:pt modelId="{D838E4B4-5152-45F0-83C4-5CF37EB1928D}" type="sibTrans" cxnId="{DB485798-D92B-48D4-AB97-B806A9B88216}">
      <dgm:prSet/>
      <dgm:spPr/>
      <dgm:t>
        <a:bodyPr/>
        <a:lstStyle/>
        <a:p>
          <a:endParaRPr lang="en-US"/>
        </a:p>
      </dgm:t>
    </dgm:pt>
    <dgm:pt modelId="{384F124D-B101-4440-BC17-DD85D6AB5C1D}">
      <dgm:prSet/>
      <dgm:spPr/>
      <dgm:t>
        <a:bodyPr/>
        <a:lstStyle/>
        <a:p>
          <a:r>
            <a:rPr lang="en-US" b="1" i="0" baseline="0"/>
            <a:t>Alpha-Beta Pruning (Cắt tỉa):</a:t>
          </a:r>
          <a:endParaRPr lang="en-US"/>
        </a:p>
      </dgm:t>
    </dgm:pt>
    <dgm:pt modelId="{A6D57B00-103F-477F-AB58-50F00BFA1B20}" type="parTrans" cxnId="{C8C11856-FD6C-46C4-80C3-0BBDA4B356D6}">
      <dgm:prSet/>
      <dgm:spPr/>
      <dgm:t>
        <a:bodyPr/>
        <a:lstStyle/>
        <a:p>
          <a:endParaRPr lang="en-US"/>
        </a:p>
      </dgm:t>
    </dgm:pt>
    <dgm:pt modelId="{C7566C48-0486-4003-ACE7-F84C56691D5C}" type="sibTrans" cxnId="{C8C11856-FD6C-46C4-80C3-0BBDA4B356D6}">
      <dgm:prSet/>
      <dgm:spPr/>
      <dgm:t>
        <a:bodyPr/>
        <a:lstStyle/>
        <a:p>
          <a:endParaRPr lang="en-US"/>
        </a:p>
      </dgm:t>
    </dgm:pt>
    <dgm:pt modelId="{7EB680EB-8EE0-4104-80C0-BDC6E6B229B6}">
      <dgm:prSet/>
      <dgm:spPr/>
      <dgm:t>
        <a:bodyPr/>
        <a:lstStyle/>
        <a:p>
          <a:r>
            <a:rPr lang="en-US" b="1" i="0" baseline="0"/>
            <a:t>alpha:</a:t>
          </a:r>
          <a:r>
            <a:rPr lang="en-US" b="0" i="0" baseline="0"/>
            <a:t> Điểm số tối thiểu mà người chơi Max chắc chắn đạt được.</a:t>
          </a:r>
          <a:endParaRPr lang="en-US"/>
        </a:p>
      </dgm:t>
    </dgm:pt>
    <dgm:pt modelId="{EA764FC9-EF96-4BB3-9F47-A1665E870244}" type="parTrans" cxnId="{B06496DB-21A4-48CE-BA53-DAFB676B04E5}">
      <dgm:prSet/>
      <dgm:spPr/>
      <dgm:t>
        <a:bodyPr/>
        <a:lstStyle/>
        <a:p>
          <a:endParaRPr lang="en-US"/>
        </a:p>
      </dgm:t>
    </dgm:pt>
    <dgm:pt modelId="{A0B88A73-A7D8-472F-A1F9-80660661C4C3}" type="sibTrans" cxnId="{B06496DB-21A4-48CE-BA53-DAFB676B04E5}">
      <dgm:prSet/>
      <dgm:spPr/>
      <dgm:t>
        <a:bodyPr/>
        <a:lstStyle/>
        <a:p>
          <a:endParaRPr lang="en-US"/>
        </a:p>
      </dgm:t>
    </dgm:pt>
    <dgm:pt modelId="{E0E68481-AEA5-4676-8890-99B500A889A1}">
      <dgm:prSet/>
      <dgm:spPr/>
      <dgm:t>
        <a:bodyPr/>
        <a:lstStyle/>
        <a:p>
          <a:r>
            <a:rPr lang="en-US" b="1" i="0" baseline="0"/>
            <a:t>beta: </a:t>
          </a:r>
          <a:r>
            <a:rPr lang="en-US" b="0" i="0" baseline="0"/>
            <a:t>Điểm số tối đa mà người chơi Min cho phép đối thủ đạt được.</a:t>
          </a:r>
          <a:endParaRPr lang="en-US"/>
        </a:p>
      </dgm:t>
    </dgm:pt>
    <dgm:pt modelId="{C1EFA415-7D87-4571-863E-A0D153D6DE7B}" type="parTrans" cxnId="{8E235729-9343-4556-B097-138F262EC41E}">
      <dgm:prSet/>
      <dgm:spPr/>
      <dgm:t>
        <a:bodyPr/>
        <a:lstStyle/>
        <a:p>
          <a:endParaRPr lang="en-US"/>
        </a:p>
      </dgm:t>
    </dgm:pt>
    <dgm:pt modelId="{D04B37ED-CB83-45E1-8B7E-D55916E7EB6A}" type="sibTrans" cxnId="{8E235729-9343-4556-B097-138F262EC41E}">
      <dgm:prSet/>
      <dgm:spPr/>
      <dgm:t>
        <a:bodyPr/>
        <a:lstStyle/>
        <a:p>
          <a:endParaRPr lang="en-US"/>
        </a:p>
      </dgm:t>
    </dgm:pt>
    <dgm:pt modelId="{13ECF68B-18B2-4E5D-B06F-E096A73E9CFC}">
      <dgm:prSet/>
      <dgm:spPr/>
      <dgm:t>
        <a:bodyPr/>
        <a:lstStyle/>
        <a:p>
          <a:r>
            <a:rPr lang="en-US" b="1" i="0" baseline="0"/>
            <a:t>Điều kiện cắt tỉa:</a:t>
          </a:r>
          <a:r>
            <a:rPr lang="en-US" b="0" i="0" baseline="0"/>
            <a:t> if alpha &gt;= beta: break. Loại bỏ các nhánh chắc chắn không ảnh hưởng đến kết quả cuối cùng.</a:t>
          </a:r>
          <a:endParaRPr lang="en-US"/>
        </a:p>
      </dgm:t>
    </dgm:pt>
    <dgm:pt modelId="{47C3B09B-8BF8-40BE-B6A1-B1758874C720}" type="parTrans" cxnId="{47CDC5C7-F387-4610-B471-0BFBA44B72B9}">
      <dgm:prSet/>
      <dgm:spPr/>
      <dgm:t>
        <a:bodyPr/>
        <a:lstStyle/>
        <a:p>
          <a:endParaRPr lang="en-US"/>
        </a:p>
      </dgm:t>
    </dgm:pt>
    <dgm:pt modelId="{3F2B4FA4-B179-4B5D-8F2B-B7F3D0699EE3}" type="sibTrans" cxnId="{47CDC5C7-F387-4610-B471-0BFBA44B72B9}">
      <dgm:prSet/>
      <dgm:spPr/>
      <dgm:t>
        <a:bodyPr/>
        <a:lstStyle/>
        <a:p>
          <a:endParaRPr lang="en-US"/>
        </a:p>
      </dgm:t>
    </dgm:pt>
    <dgm:pt modelId="{43C85995-1827-474B-8706-DBDA0D20E995}">
      <dgm:prSet/>
      <dgm:spPr/>
      <dgm:t>
        <a:bodyPr/>
        <a:lstStyle/>
        <a:p>
          <a:r>
            <a:rPr lang="en-US" b="1" i="0" baseline="0"/>
            <a:t>Ứng dụng trong code:</a:t>
          </a:r>
          <a:endParaRPr lang="en-US"/>
        </a:p>
      </dgm:t>
    </dgm:pt>
    <dgm:pt modelId="{BF5B7A31-6F5C-4E81-883A-7FE1F7F8238C}" type="parTrans" cxnId="{99404490-5E06-4A3E-AFD0-0FF0F3912FE4}">
      <dgm:prSet/>
      <dgm:spPr/>
      <dgm:t>
        <a:bodyPr/>
        <a:lstStyle/>
        <a:p>
          <a:endParaRPr lang="en-US"/>
        </a:p>
      </dgm:t>
    </dgm:pt>
    <dgm:pt modelId="{7C525799-20AA-432C-AD4B-4CB50DE0830D}" type="sibTrans" cxnId="{99404490-5E06-4A3E-AFD0-0FF0F3912FE4}">
      <dgm:prSet/>
      <dgm:spPr/>
      <dgm:t>
        <a:bodyPr/>
        <a:lstStyle/>
        <a:p>
          <a:endParaRPr lang="en-US"/>
        </a:p>
      </dgm:t>
    </dgm:pt>
    <dgm:pt modelId="{2BCBD1F4-F939-4F4F-83C5-09CAACA344B9}">
      <dgm:prSet/>
      <dgm:spPr/>
      <dgm:t>
        <a:bodyPr/>
        <a:lstStyle/>
        <a:p>
          <a:r>
            <a:rPr lang="en-US" b="0" i="0" baseline="0"/>
            <a:t>Hàm </a:t>
          </a:r>
          <a:r>
            <a:rPr lang="en-US"/>
            <a:t>minmax đệ quy với 2 tham số alpha beta truyền xuống từng tầng</a:t>
          </a:r>
        </a:p>
      </dgm:t>
    </dgm:pt>
    <dgm:pt modelId="{EF603CBD-6210-4B33-B90B-CB461353656A}" type="parTrans" cxnId="{DBB77697-41FD-4845-9DC4-3E2A781FD4CA}">
      <dgm:prSet/>
      <dgm:spPr/>
      <dgm:t>
        <a:bodyPr/>
        <a:lstStyle/>
        <a:p>
          <a:endParaRPr lang="en-US"/>
        </a:p>
      </dgm:t>
    </dgm:pt>
    <dgm:pt modelId="{F768C8B3-996F-4464-9D97-0D2235B11840}" type="sibTrans" cxnId="{DBB77697-41FD-4845-9DC4-3E2A781FD4CA}">
      <dgm:prSet/>
      <dgm:spPr/>
      <dgm:t>
        <a:bodyPr/>
        <a:lstStyle/>
        <a:p>
          <a:endParaRPr lang="en-US"/>
        </a:p>
      </dgm:t>
    </dgm:pt>
    <dgm:pt modelId="{EF18809D-FA12-4883-9F36-7E2837616320}">
      <dgm:prSet/>
      <dgm:spPr/>
      <dgm:t>
        <a:bodyPr/>
        <a:lstStyle/>
        <a:p>
          <a:r>
            <a:rPr lang="en-US" b="0" i="0" baseline="0"/>
            <a:t>Giúp giảm thời gian tìm kiếm</a:t>
          </a:r>
          <a:endParaRPr lang="en-US"/>
        </a:p>
      </dgm:t>
    </dgm:pt>
    <dgm:pt modelId="{B7518327-6902-49ED-A688-A442CA4D1C4D}" type="parTrans" cxnId="{0D74008A-6FEB-4257-AFC8-16623C44FBB6}">
      <dgm:prSet/>
      <dgm:spPr/>
      <dgm:t>
        <a:bodyPr/>
        <a:lstStyle/>
        <a:p>
          <a:endParaRPr lang="en-US"/>
        </a:p>
      </dgm:t>
    </dgm:pt>
    <dgm:pt modelId="{E0CCA5F2-70F7-4A42-8521-8568CB717D09}" type="sibTrans" cxnId="{0D74008A-6FEB-4257-AFC8-16623C44FBB6}">
      <dgm:prSet/>
      <dgm:spPr/>
      <dgm:t>
        <a:bodyPr/>
        <a:lstStyle/>
        <a:p>
          <a:endParaRPr lang="en-US"/>
        </a:p>
      </dgm:t>
    </dgm:pt>
    <dgm:pt modelId="{E72ED8A8-86A2-4BB4-A69E-2AF5FADE14C8}" type="pres">
      <dgm:prSet presAssocID="{0349DFE1-04A5-495C-9DBD-5A6D19B8721B}" presName="linear" presStyleCnt="0">
        <dgm:presLayoutVars>
          <dgm:animLvl val="lvl"/>
          <dgm:resizeHandles val="exact"/>
        </dgm:presLayoutVars>
      </dgm:prSet>
      <dgm:spPr/>
    </dgm:pt>
    <dgm:pt modelId="{D0F5935F-5725-485C-90A5-2B0F2FFD5443}" type="pres">
      <dgm:prSet presAssocID="{3BA4DFA7-BA8E-4103-8234-0A9EFDAA64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12C5D1-C547-4952-9D1A-71B5EB78E63B}" type="pres">
      <dgm:prSet presAssocID="{3BA4DFA7-BA8E-4103-8234-0A9EFDAA64C3}" presName="childText" presStyleLbl="revTx" presStyleIdx="0" presStyleCnt="3">
        <dgm:presLayoutVars>
          <dgm:bulletEnabled val="1"/>
        </dgm:presLayoutVars>
      </dgm:prSet>
      <dgm:spPr/>
    </dgm:pt>
    <dgm:pt modelId="{C17051C6-CAA2-42AD-A570-D0DBDD54C63D}" type="pres">
      <dgm:prSet presAssocID="{384F124D-B101-4440-BC17-DD85D6AB5C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D2773F-5056-4A65-A43E-8C45DB7EAB6D}" type="pres">
      <dgm:prSet presAssocID="{384F124D-B101-4440-BC17-DD85D6AB5C1D}" presName="childText" presStyleLbl="revTx" presStyleIdx="1" presStyleCnt="3">
        <dgm:presLayoutVars>
          <dgm:bulletEnabled val="1"/>
        </dgm:presLayoutVars>
      </dgm:prSet>
      <dgm:spPr/>
    </dgm:pt>
    <dgm:pt modelId="{B393D069-51C0-49F2-A8FA-D7B51BF0B9B4}" type="pres">
      <dgm:prSet presAssocID="{43C85995-1827-474B-8706-DBDA0D20E9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1696C5D-B701-4ED2-82F4-8187E08B5221}" type="pres">
      <dgm:prSet presAssocID="{43C85995-1827-474B-8706-DBDA0D20E99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F358C11-3CD6-41B2-92E3-4BB636BAFA1B}" type="presOf" srcId="{43C85995-1827-474B-8706-DBDA0D20E995}" destId="{B393D069-51C0-49F2-A8FA-D7B51BF0B9B4}" srcOrd="0" destOrd="0" presId="urn:microsoft.com/office/officeart/2005/8/layout/vList2"/>
    <dgm:cxn modelId="{8E235729-9343-4556-B097-138F262EC41E}" srcId="{384F124D-B101-4440-BC17-DD85D6AB5C1D}" destId="{E0E68481-AEA5-4676-8890-99B500A889A1}" srcOrd="1" destOrd="0" parTransId="{C1EFA415-7D87-4571-863E-A0D153D6DE7B}" sibTransId="{D04B37ED-CB83-45E1-8B7E-D55916E7EB6A}"/>
    <dgm:cxn modelId="{ECEA502C-EC64-4050-81C7-9E4BACCCFAEF}" type="presOf" srcId="{3BA4DFA7-BA8E-4103-8234-0A9EFDAA64C3}" destId="{D0F5935F-5725-485C-90A5-2B0F2FFD5443}" srcOrd="0" destOrd="0" presId="urn:microsoft.com/office/officeart/2005/8/layout/vList2"/>
    <dgm:cxn modelId="{3AA1455E-AA01-4EFD-84A1-2ECA413429A3}" type="presOf" srcId="{384F124D-B101-4440-BC17-DD85D6AB5C1D}" destId="{C17051C6-CAA2-42AD-A570-D0DBDD54C63D}" srcOrd="0" destOrd="0" presId="urn:microsoft.com/office/officeart/2005/8/layout/vList2"/>
    <dgm:cxn modelId="{8517F961-2BF9-47D7-B2DB-708850C5CFC1}" type="presOf" srcId="{2BCBD1F4-F939-4F4F-83C5-09CAACA344B9}" destId="{A1696C5D-B701-4ED2-82F4-8187E08B5221}" srcOrd="0" destOrd="0" presId="urn:microsoft.com/office/officeart/2005/8/layout/vList2"/>
    <dgm:cxn modelId="{C8C11856-FD6C-46C4-80C3-0BBDA4B356D6}" srcId="{0349DFE1-04A5-495C-9DBD-5A6D19B8721B}" destId="{384F124D-B101-4440-BC17-DD85D6AB5C1D}" srcOrd="1" destOrd="0" parTransId="{A6D57B00-103F-477F-AB58-50F00BFA1B20}" sibTransId="{C7566C48-0486-4003-ACE7-F84C56691D5C}"/>
    <dgm:cxn modelId="{734CC47B-96A0-419E-A985-8FBC91D0413F}" srcId="{3BA4DFA7-BA8E-4103-8234-0A9EFDAA64C3}" destId="{75283771-B4AF-4EC3-B46D-E0D8261904BC}" srcOrd="0" destOrd="0" parTransId="{EB7F82C2-FA20-4B9A-A53B-0CF35FDCB1ED}" sibTransId="{BF0432C8-69B9-4289-8B09-26E423EAF769}"/>
    <dgm:cxn modelId="{0D74008A-6FEB-4257-AFC8-16623C44FBB6}" srcId="{43C85995-1827-474B-8706-DBDA0D20E995}" destId="{EF18809D-FA12-4883-9F36-7E2837616320}" srcOrd="1" destOrd="0" parTransId="{B7518327-6902-49ED-A688-A442CA4D1C4D}" sibTransId="{E0CCA5F2-70F7-4A42-8521-8568CB717D09}"/>
    <dgm:cxn modelId="{22980A8E-FC02-47B6-8917-534161BAB418}" srcId="{0349DFE1-04A5-495C-9DBD-5A6D19B8721B}" destId="{3BA4DFA7-BA8E-4103-8234-0A9EFDAA64C3}" srcOrd="0" destOrd="0" parTransId="{2D356432-5441-4D61-8750-528ED88EB951}" sibTransId="{B6E40DE8-A671-408F-91FB-8A7E5B443F71}"/>
    <dgm:cxn modelId="{99404490-5E06-4A3E-AFD0-0FF0F3912FE4}" srcId="{0349DFE1-04A5-495C-9DBD-5A6D19B8721B}" destId="{43C85995-1827-474B-8706-DBDA0D20E995}" srcOrd="2" destOrd="0" parTransId="{BF5B7A31-6F5C-4E81-883A-7FE1F7F8238C}" sibTransId="{7C525799-20AA-432C-AD4B-4CB50DE0830D}"/>
    <dgm:cxn modelId="{C8694490-1FD5-41AF-A013-0A1E5C5B9E63}" type="presOf" srcId="{7EB680EB-8EE0-4104-80C0-BDC6E6B229B6}" destId="{E7D2773F-5056-4A65-A43E-8C45DB7EAB6D}" srcOrd="0" destOrd="0" presId="urn:microsoft.com/office/officeart/2005/8/layout/vList2"/>
    <dgm:cxn modelId="{DBB77697-41FD-4845-9DC4-3E2A781FD4CA}" srcId="{43C85995-1827-474B-8706-DBDA0D20E995}" destId="{2BCBD1F4-F939-4F4F-83C5-09CAACA344B9}" srcOrd="0" destOrd="0" parTransId="{EF603CBD-6210-4B33-B90B-CB461353656A}" sibTransId="{F768C8B3-996F-4464-9D97-0D2235B11840}"/>
    <dgm:cxn modelId="{DB485798-D92B-48D4-AB97-B806A9B88216}" srcId="{3BA4DFA7-BA8E-4103-8234-0A9EFDAA64C3}" destId="{EE62A20D-FEAA-4C54-8F75-0891EDC6B1AA}" srcOrd="1" destOrd="0" parTransId="{D5FB3BEE-4CF4-4A10-B910-5FA4B9973A40}" sibTransId="{D838E4B4-5152-45F0-83C4-5CF37EB1928D}"/>
    <dgm:cxn modelId="{2D38DEA8-3D6B-4617-A050-179B73FE8B1B}" type="presOf" srcId="{75283771-B4AF-4EC3-B46D-E0D8261904BC}" destId="{5112C5D1-C547-4952-9D1A-71B5EB78E63B}" srcOrd="0" destOrd="0" presId="urn:microsoft.com/office/officeart/2005/8/layout/vList2"/>
    <dgm:cxn modelId="{6C92D3B8-D33F-4D18-BF8D-ADF74FE11597}" type="presOf" srcId="{13ECF68B-18B2-4E5D-B06F-E096A73E9CFC}" destId="{E7D2773F-5056-4A65-A43E-8C45DB7EAB6D}" srcOrd="0" destOrd="2" presId="urn:microsoft.com/office/officeart/2005/8/layout/vList2"/>
    <dgm:cxn modelId="{05DFAEBF-410A-4F71-B125-67C75F0C9167}" type="presOf" srcId="{E0E68481-AEA5-4676-8890-99B500A889A1}" destId="{E7D2773F-5056-4A65-A43E-8C45DB7EAB6D}" srcOrd="0" destOrd="1" presId="urn:microsoft.com/office/officeart/2005/8/layout/vList2"/>
    <dgm:cxn modelId="{47CDC5C7-F387-4610-B471-0BFBA44B72B9}" srcId="{384F124D-B101-4440-BC17-DD85D6AB5C1D}" destId="{13ECF68B-18B2-4E5D-B06F-E096A73E9CFC}" srcOrd="2" destOrd="0" parTransId="{47C3B09B-8BF8-40BE-B6A1-B1758874C720}" sibTransId="{3F2B4FA4-B179-4B5D-8F2B-B7F3D0699EE3}"/>
    <dgm:cxn modelId="{3B5797D1-CB60-4F28-AC90-761FFD2EA84F}" type="presOf" srcId="{EF18809D-FA12-4883-9F36-7E2837616320}" destId="{A1696C5D-B701-4ED2-82F4-8187E08B5221}" srcOrd="0" destOrd="1" presId="urn:microsoft.com/office/officeart/2005/8/layout/vList2"/>
    <dgm:cxn modelId="{B06496DB-21A4-48CE-BA53-DAFB676B04E5}" srcId="{384F124D-B101-4440-BC17-DD85D6AB5C1D}" destId="{7EB680EB-8EE0-4104-80C0-BDC6E6B229B6}" srcOrd="0" destOrd="0" parTransId="{EA764FC9-EF96-4BB3-9F47-A1665E870244}" sibTransId="{A0B88A73-A7D8-472F-A1F9-80660661C4C3}"/>
    <dgm:cxn modelId="{4EFB60EA-DD70-44B3-85B1-E98A7EBDEAD3}" type="presOf" srcId="{0349DFE1-04A5-495C-9DBD-5A6D19B8721B}" destId="{E72ED8A8-86A2-4BB4-A69E-2AF5FADE14C8}" srcOrd="0" destOrd="0" presId="urn:microsoft.com/office/officeart/2005/8/layout/vList2"/>
    <dgm:cxn modelId="{733A31F5-0D3D-4328-8E1B-E27288C7ECC1}" type="presOf" srcId="{EE62A20D-FEAA-4C54-8F75-0891EDC6B1AA}" destId="{5112C5D1-C547-4952-9D1A-71B5EB78E63B}" srcOrd="0" destOrd="1" presId="urn:microsoft.com/office/officeart/2005/8/layout/vList2"/>
    <dgm:cxn modelId="{FCC6A500-D23E-4A0F-B1A3-C987AD03C855}" type="presParOf" srcId="{E72ED8A8-86A2-4BB4-A69E-2AF5FADE14C8}" destId="{D0F5935F-5725-485C-90A5-2B0F2FFD5443}" srcOrd="0" destOrd="0" presId="urn:microsoft.com/office/officeart/2005/8/layout/vList2"/>
    <dgm:cxn modelId="{4CD91E5A-60DB-46A3-A3D4-2C54162819C2}" type="presParOf" srcId="{E72ED8A8-86A2-4BB4-A69E-2AF5FADE14C8}" destId="{5112C5D1-C547-4952-9D1A-71B5EB78E63B}" srcOrd="1" destOrd="0" presId="urn:microsoft.com/office/officeart/2005/8/layout/vList2"/>
    <dgm:cxn modelId="{2FF57E0E-7A4B-4629-84E9-0781AB2FC2B7}" type="presParOf" srcId="{E72ED8A8-86A2-4BB4-A69E-2AF5FADE14C8}" destId="{C17051C6-CAA2-42AD-A570-D0DBDD54C63D}" srcOrd="2" destOrd="0" presId="urn:microsoft.com/office/officeart/2005/8/layout/vList2"/>
    <dgm:cxn modelId="{FB33526B-018D-46F2-978F-86177789286D}" type="presParOf" srcId="{E72ED8A8-86A2-4BB4-A69E-2AF5FADE14C8}" destId="{E7D2773F-5056-4A65-A43E-8C45DB7EAB6D}" srcOrd="3" destOrd="0" presId="urn:microsoft.com/office/officeart/2005/8/layout/vList2"/>
    <dgm:cxn modelId="{8F1F9FC0-C259-4143-A437-FE339893B926}" type="presParOf" srcId="{E72ED8A8-86A2-4BB4-A69E-2AF5FADE14C8}" destId="{B393D069-51C0-49F2-A8FA-D7B51BF0B9B4}" srcOrd="4" destOrd="0" presId="urn:microsoft.com/office/officeart/2005/8/layout/vList2"/>
    <dgm:cxn modelId="{8A5FDFA4-93DB-41AC-A98F-A047028E6D4C}" type="presParOf" srcId="{E72ED8A8-86A2-4BB4-A69E-2AF5FADE14C8}" destId="{A1696C5D-B701-4ED2-82F4-8187E08B5221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911D14-2C79-4212-BEFF-EA446B838B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1AA69D-4B02-4BBE-B9E3-DE25248E0B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Material: Pawn=1,Knight/Bishop=3,Rook=5,Queen=9</a:t>
          </a:r>
        </a:p>
      </dgm:t>
    </dgm:pt>
    <dgm:pt modelId="{F28D48FF-8176-4799-BFE4-2447F2FB6168}" type="parTrans" cxnId="{B97954D3-2FD4-47FC-B627-58F7D1A60407}">
      <dgm:prSet/>
      <dgm:spPr/>
      <dgm:t>
        <a:bodyPr/>
        <a:lstStyle/>
        <a:p>
          <a:endParaRPr lang="en-US"/>
        </a:p>
      </dgm:t>
    </dgm:pt>
    <dgm:pt modelId="{5B4034FE-E75C-4F26-B2C4-3FD5439B2F84}" type="sibTrans" cxnId="{B97954D3-2FD4-47FC-B627-58F7D1A60407}">
      <dgm:prSet/>
      <dgm:spPr/>
      <dgm:t>
        <a:bodyPr/>
        <a:lstStyle/>
        <a:p>
          <a:endParaRPr lang="en-US"/>
        </a:p>
      </dgm:t>
    </dgm:pt>
    <dgm:pt modelId="{7BEF6872-9A34-41B3-8263-3437C2D078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Theo giai đoạn: opening/middlegame/endgame</a:t>
          </a:r>
        </a:p>
      </dgm:t>
    </dgm:pt>
    <dgm:pt modelId="{0DE39AEB-25D4-4ECE-9BDA-5007ADAD2AFF}" type="parTrans" cxnId="{6B77729C-F2D8-484C-8E00-C770E9C2C90B}">
      <dgm:prSet/>
      <dgm:spPr/>
      <dgm:t>
        <a:bodyPr/>
        <a:lstStyle/>
        <a:p>
          <a:endParaRPr lang="en-US"/>
        </a:p>
      </dgm:t>
    </dgm:pt>
    <dgm:pt modelId="{CF5277DE-EE91-4945-9E0B-1041128E329D}" type="sibTrans" cxnId="{6B77729C-F2D8-484C-8E00-C770E9C2C90B}">
      <dgm:prSet/>
      <dgm:spPr/>
      <dgm:t>
        <a:bodyPr/>
        <a:lstStyle/>
        <a:p>
          <a:endParaRPr lang="en-US"/>
        </a:p>
      </dgm:t>
    </dgm:pt>
    <dgm:pt modelId="{582CA431-2F64-4E4B-AD93-E99A14A1B0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Yếu</a:t>
          </a:r>
          <a:r>
            <a:rPr lang="en-US" dirty="0"/>
            <a:t> </a:t>
          </a:r>
          <a:r>
            <a:rPr lang="en-US" dirty="0" err="1"/>
            <a:t>tố</a:t>
          </a:r>
          <a:r>
            <a:rPr lang="en-US" dirty="0"/>
            <a:t>: center, castling, rook open files, queen activity, knight outpost, bishop score, passed pawns</a:t>
          </a:r>
        </a:p>
      </dgm:t>
    </dgm:pt>
    <dgm:pt modelId="{776B6852-07C9-419E-9B57-3DA60137DB98}" type="parTrans" cxnId="{865C293E-A492-4ACB-A7FA-C77FA48CC150}">
      <dgm:prSet/>
      <dgm:spPr/>
      <dgm:t>
        <a:bodyPr/>
        <a:lstStyle/>
        <a:p>
          <a:endParaRPr lang="en-US"/>
        </a:p>
      </dgm:t>
    </dgm:pt>
    <dgm:pt modelId="{B0EA765B-4C90-4735-8B81-BDEAC7B9BCD5}" type="sibTrans" cxnId="{865C293E-A492-4ACB-A7FA-C77FA48CC150}">
      <dgm:prSet/>
      <dgm:spPr/>
      <dgm:t>
        <a:bodyPr/>
        <a:lstStyle/>
        <a:p>
          <a:endParaRPr lang="en-US"/>
        </a:p>
      </dgm:t>
    </dgm:pt>
    <dgm:pt modelId="{5253C56C-D5F6-4BEF-8362-97892C32813E}" type="pres">
      <dgm:prSet presAssocID="{63911D14-2C79-4212-BEFF-EA446B838B09}" presName="root" presStyleCnt="0">
        <dgm:presLayoutVars>
          <dgm:dir/>
          <dgm:resizeHandles val="exact"/>
        </dgm:presLayoutVars>
      </dgm:prSet>
      <dgm:spPr/>
    </dgm:pt>
    <dgm:pt modelId="{73DD099D-F83B-4783-A2EA-8AC37E6BD228}" type="pres">
      <dgm:prSet presAssocID="{951AA69D-4B02-4BBE-B9E3-DE25248E0B39}" presName="compNode" presStyleCnt="0"/>
      <dgm:spPr/>
    </dgm:pt>
    <dgm:pt modelId="{572469D3-3CDC-4943-9969-EECC0287E280}" type="pres">
      <dgm:prSet presAssocID="{951AA69D-4B02-4BBE-B9E3-DE25248E0B39}" presName="bgRect" presStyleLbl="bgShp" presStyleIdx="0" presStyleCnt="3"/>
      <dgm:spPr/>
    </dgm:pt>
    <dgm:pt modelId="{29960962-5A7A-43FE-8A7B-31A4A5D555E3}" type="pres">
      <dgm:prSet presAssocID="{951AA69D-4B02-4BBE-B9E3-DE25248E0B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1A8D8A3D-5997-4DE8-B3E7-D70F3800E093}" type="pres">
      <dgm:prSet presAssocID="{951AA69D-4B02-4BBE-B9E3-DE25248E0B39}" presName="spaceRect" presStyleCnt="0"/>
      <dgm:spPr/>
    </dgm:pt>
    <dgm:pt modelId="{33BAD593-8E4D-4898-A694-BB12509E7ED8}" type="pres">
      <dgm:prSet presAssocID="{951AA69D-4B02-4BBE-B9E3-DE25248E0B39}" presName="parTx" presStyleLbl="revTx" presStyleIdx="0" presStyleCnt="3">
        <dgm:presLayoutVars>
          <dgm:chMax val="0"/>
          <dgm:chPref val="0"/>
        </dgm:presLayoutVars>
      </dgm:prSet>
      <dgm:spPr/>
    </dgm:pt>
    <dgm:pt modelId="{59AEB4A2-F73E-4FC0-A848-167C441D6703}" type="pres">
      <dgm:prSet presAssocID="{5B4034FE-E75C-4F26-B2C4-3FD5439B2F84}" presName="sibTrans" presStyleCnt="0"/>
      <dgm:spPr/>
    </dgm:pt>
    <dgm:pt modelId="{13183693-CEF6-409A-945E-5F148B6F0093}" type="pres">
      <dgm:prSet presAssocID="{7BEF6872-9A34-41B3-8263-3437C2D0783A}" presName="compNode" presStyleCnt="0"/>
      <dgm:spPr/>
    </dgm:pt>
    <dgm:pt modelId="{ABBA9F70-90A2-4AB1-84FC-B1700B504DFB}" type="pres">
      <dgm:prSet presAssocID="{7BEF6872-9A34-41B3-8263-3437C2D0783A}" presName="bgRect" presStyleLbl="bgShp" presStyleIdx="1" presStyleCnt="3"/>
      <dgm:spPr/>
    </dgm:pt>
    <dgm:pt modelId="{AE19497D-5958-4DAE-859F-CBD57276CD4F}" type="pres">
      <dgm:prSet presAssocID="{7BEF6872-9A34-41B3-8263-3437C2D078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5740BC3F-885E-49F5-A22A-1237E184411D}" type="pres">
      <dgm:prSet presAssocID="{7BEF6872-9A34-41B3-8263-3437C2D0783A}" presName="spaceRect" presStyleCnt="0"/>
      <dgm:spPr/>
    </dgm:pt>
    <dgm:pt modelId="{677C4D27-B9D6-4E2C-8FCD-903B8A7F3EB7}" type="pres">
      <dgm:prSet presAssocID="{7BEF6872-9A34-41B3-8263-3437C2D0783A}" presName="parTx" presStyleLbl="revTx" presStyleIdx="1" presStyleCnt="3">
        <dgm:presLayoutVars>
          <dgm:chMax val="0"/>
          <dgm:chPref val="0"/>
        </dgm:presLayoutVars>
      </dgm:prSet>
      <dgm:spPr/>
    </dgm:pt>
    <dgm:pt modelId="{7BE30403-69EF-47B7-93C8-E182925376F1}" type="pres">
      <dgm:prSet presAssocID="{CF5277DE-EE91-4945-9E0B-1041128E329D}" presName="sibTrans" presStyleCnt="0"/>
      <dgm:spPr/>
    </dgm:pt>
    <dgm:pt modelId="{479AD49B-A58A-4EC4-A2C9-4B068B93EDEF}" type="pres">
      <dgm:prSet presAssocID="{582CA431-2F64-4E4B-AD93-E99A14A1B0FC}" presName="compNode" presStyleCnt="0"/>
      <dgm:spPr/>
    </dgm:pt>
    <dgm:pt modelId="{5D5F2E4D-DBBD-4235-81BB-16D5A14B555E}" type="pres">
      <dgm:prSet presAssocID="{582CA431-2F64-4E4B-AD93-E99A14A1B0FC}" presName="bgRect" presStyleLbl="bgShp" presStyleIdx="2" presStyleCnt="3"/>
      <dgm:spPr/>
    </dgm:pt>
    <dgm:pt modelId="{6CCD3A86-FD39-439C-9711-7FBF548FF01A}" type="pres">
      <dgm:prSet presAssocID="{582CA431-2F64-4E4B-AD93-E99A14A1B0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54E93C5B-C49A-4C8B-A3F8-33179DBD62FE}" type="pres">
      <dgm:prSet presAssocID="{582CA431-2F64-4E4B-AD93-E99A14A1B0FC}" presName="spaceRect" presStyleCnt="0"/>
      <dgm:spPr/>
    </dgm:pt>
    <dgm:pt modelId="{E9245666-0258-4219-A6A2-421BED2AE9DD}" type="pres">
      <dgm:prSet presAssocID="{582CA431-2F64-4E4B-AD93-E99A14A1B0F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65C293E-A492-4ACB-A7FA-C77FA48CC150}" srcId="{63911D14-2C79-4212-BEFF-EA446B838B09}" destId="{582CA431-2F64-4E4B-AD93-E99A14A1B0FC}" srcOrd="2" destOrd="0" parTransId="{776B6852-07C9-419E-9B57-3DA60137DB98}" sibTransId="{B0EA765B-4C90-4735-8B81-BDEAC7B9BCD5}"/>
    <dgm:cxn modelId="{6B77729C-F2D8-484C-8E00-C770E9C2C90B}" srcId="{63911D14-2C79-4212-BEFF-EA446B838B09}" destId="{7BEF6872-9A34-41B3-8263-3437C2D0783A}" srcOrd="1" destOrd="0" parTransId="{0DE39AEB-25D4-4ECE-9BDA-5007ADAD2AFF}" sibTransId="{CF5277DE-EE91-4945-9E0B-1041128E329D}"/>
    <dgm:cxn modelId="{04AA58BD-5CD7-4742-833C-8B3C3BD32C9D}" type="presOf" srcId="{7BEF6872-9A34-41B3-8263-3437C2D0783A}" destId="{677C4D27-B9D6-4E2C-8FCD-903B8A7F3EB7}" srcOrd="0" destOrd="0" presId="urn:microsoft.com/office/officeart/2018/2/layout/IconVerticalSolidList"/>
    <dgm:cxn modelId="{B97954D3-2FD4-47FC-B627-58F7D1A60407}" srcId="{63911D14-2C79-4212-BEFF-EA446B838B09}" destId="{951AA69D-4B02-4BBE-B9E3-DE25248E0B39}" srcOrd="0" destOrd="0" parTransId="{F28D48FF-8176-4799-BFE4-2447F2FB6168}" sibTransId="{5B4034FE-E75C-4F26-B2C4-3FD5439B2F84}"/>
    <dgm:cxn modelId="{47D508D5-A2D6-47AC-BE90-3E15BB61CFA6}" type="presOf" srcId="{951AA69D-4B02-4BBE-B9E3-DE25248E0B39}" destId="{33BAD593-8E4D-4898-A694-BB12509E7ED8}" srcOrd="0" destOrd="0" presId="urn:microsoft.com/office/officeart/2018/2/layout/IconVerticalSolidList"/>
    <dgm:cxn modelId="{A78A26DB-CBD5-409F-9780-6C299BE400C2}" type="presOf" srcId="{63911D14-2C79-4212-BEFF-EA446B838B09}" destId="{5253C56C-D5F6-4BEF-8362-97892C32813E}" srcOrd="0" destOrd="0" presId="urn:microsoft.com/office/officeart/2018/2/layout/IconVerticalSolidList"/>
    <dgm:cxn modelId="{099942FB-593C-4E5D-B59A-8BF9E9F2B726}" type="presOf" srcId="{582CA431-2F64-4E4B-AD93-E99A14A1B0FC}" destId="{E9245666-0258-4219-A6A2-421BED2AE9DD}" srcOrd="0" destOrd="0" presId="urn:microsoft.com/office/officeart/2018/2/layout/IconVerticalSolidList"/>
    <dgm:cxn modelId="{09909DF4-0757-4F69-B36C-F72B595F8FFC}" type="presParOf" srcId="{5253C56C-D5F6-4BEF-8362-97892C32813E}" destId="{73DD099D-F83B-4783-A2EA-8AC37E6BD228}" srcOrd="0" destOrd="0" presId="urn:microsoft.com/office/officeart/2018/2/layout/IconVerticalSolidList"/>
    <dgm:cxn modelId="{989B1E1D-D64E-43D7-A1FA-712082B1FBB3}" type="presParOf" srcId="{73DD099D-F83B-4783-A2EA-8AC37E6BD228}" destId="{572469D3-3CDC-4943-9969-EECC0287E280}" srcOrd="0" destOrd="0" presId="urn:microsoft.com/office/officeart/2018/2/layout/IconVerticalSolidList"/>
    <dgm:cxn modelId="{C5C45ACE-FAD2-4949-85AB-22ECB0F4B007}" type="presParOf" srcId="{73DD099D-F83B-4783-A2EA-8AC37E6BD228}" destId="{29960962-5A7A-43FE-8A7B-31A4A5D555E3}" srcOrd="1" destOrd="0" presId="urn:microsoft.com/office/officeart/2018/2/layout/IconVerticalSolidList"/>
    <dgm:cxn modelId="{733C68FE-F1A4-488B-A860-27973AEC3753}" type="presParOf" srcId="{73DD099D-F83B-4783-A2EA-8AC37E6BD228}" destId="{1A8D8A3D-5997-4DE8-B3E7-D70F3800E093}" srcOrd="2" destOrd="0" presId="urn:microsoft.com/office/officeart/2018/2/layout/IconVerticalSolidList"/>
    <dgm:cxn modelId="{16400683-CACB-430C-A7BB-2056865923B2}" type="presParOf" srcId="{73DD099D-F83B-4783-A2EA-8AC37E6BD228}" destId="{33BAD593-8E4D-4898-A694-BB12509E7ED8}" srcOrd="3" destOrd="0" presId="urn:microsoft.com/office/officeart/2018/2/layout/IconVerticalSolidList"/>
    <dgm:cxn modelId="{A0004269-F8DD-4191-A7AC-32F3B3E9E369}" type="presParOf" srcId="{5253C56C-D5F6-4BEF-8362-97892C32813E}" destId="{59AEB4A2-F73E-4FC0-A848-167C441D6703}" srcOrd="1" destOrd="0" presId="urn:microsoft.com/office/officeart/2018/2/layout/IconVerticalSolidList"/>
    <dgm:cxn modelId="{179D9D40-0809-4972-BD2E-593D2479B52A}" type="presParOf" srcId="{5253C56C-D5F6-4BEF-8362-97892C32813E}" destId="{13183693-CEF6-409A-945E-5F148B6F0093}" srcOrd="2" destOrd="0" presId="urn:microsoft.com/office/officeart/2018/2/layout/IconVerticalSolidList"/>
    <dgm:cxn modelId="{071B667D-832E-4E97-8340-EA01212DFE41}" type="presParOf" srcId="{13183693-CEF6-409A-945E-5F148B6F0093}" destId="{ABBA9F70-90A2-4AB1-84FC-B1700B504DFB}" srcOrd="0" destOrd="0" presId="urn:microsoft.com/office/officeart/2018/2/layout/IconVerticalSolidList"/>
    <dgm:cxn modelId="{7CE57FF1-E64D-4D83-B128-3EBFEDF99B20}" type="presParOf" srcId="{13183693-CEF6-409A-945E-5F148B6F0093}" destId="{AE19497D-5958-4DAE-859F-CBD57276CD4F}" srcOrd="1" destOrd="0" presId="urn:microsoft.com/office/officeart/2018/2/layout/IconVerticalSolidList"/>
    <dgm:cxn modelId="{92818746-6BD8-4501-BBF8-06CE0D057B55}" type="presParOf" srcId="{13183693-CEF6-409A-945E-5F148B6F0093}" destId="{5740BC3F-885E-49F5-A22A-1237E184411D}" srcOrd="2" destOrd="0" presId="urn:microsoft.com/office/officeart/2018/2/layout/IconVerticalSolidList"/>
    <dgm:cxn modelId="{E4D51213-1926-4F1C-81A1-58BFAFCAD49B}" type="presParOf" srcId="{13183693-CEF6-409A-945E-5F148B6F0093}" destId="{677C4D27-B9D6-4E2C-8FCD-903B8A7F3EB7}" srcOrd="3" destOrd="0" presId="urn:microsoft.com/office/officeart/2018/2/layout/IconVerticalSolidList"/>
    <dgm:cxn modelId="{D6C7B7D0-D9FB-4FDD-B586-CB3557346F3C}" type="presParOf" srcId="{5253C56C-D5F6-4BEF-8362-97892C32813E}" destId="{7BE30403-69EF-47B7-93C8-E182925376F1}" srcOrd="3" destOrd="0" presId="urn:microsoft.com/office/officeart/2018/2/layout/IconVerticalSolidList"/>
    <dgm:cxn modelId="{E1CE6452-805C-40E2-B8F7-DB89182FAD9A}" type="presParOf" srcId="{5253C56C-D5F6-4BEF-8362-97892C32813E}" destId="{479AD49B-A58A-4EC4-A2C9-4B068B93EDEF}" srcOrd="4" destOrd="0" presId="urn:microsoft.com/office/officeart/2018/2/layout/IconVerticalSolidList"/>
    <dgm:cxn modelId="{05659364-98B3-434F-BD3B-A27E0BAF0281}" type="presParOf" srcId="{479AD49B-A58A-4EC4-A2C9-4B068B93EDEF}" destId="{5D5F2E4D-DBBD-4235-81BB-16D5A14B555E}" srcOrd="0" destOrd="0" presId="urn:microsoft.com/office/officeart/2018/2/layout/IconVerticalSolidList"/>
    <dgm:cxn modelId="{C091E376-24FF-4E6B-8287-403DF9D5A182}" type="presParOf" srcId="{479AD49B-A58A-4EC4-A2C9-4B068B93EDEF}" destId="{6CCD3A86-FD39-439C-9711-7FBF548FF01A}" srcOrd="1" destOrd="0" presId="urn:microsoft.com/office/officeart/2018/2/layout/IconVerticalSolidList"/>
    <dgm:cxn modelId="{ECEE5F9B-B707-484E-A458-C95C543A773A}" type="presParOf" srcId="{479AD49B-A58A-4EC4-A2C9-4B068B93EDEF}" destId="{54E93C5B-C49A-4C8B-A3F8-33179DBD62FE}" srcOrd="2" destOrd="0" presId="urn:microsoft.com/office/officeart/2018/2/layout/IconVerticalSolidList"/>
    <dgm:cxn modelId="{E6862EF1-D22A-438D-AEE8-C9DB1AB19731}" type="presParOf" srcId="{479AD49B-A58A-4EC4-A2C9-4B068B93EDEF}" destId="{E9245666-0258-4219-A6A2-421BED2AE9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97671F-D682-466C-B7BE-8C83D496EE7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B4FDCF-EA69-4A4A-AC5C-270EB10C6138}">
      <dgm:prSet/>
      <dgm:spPr/>
      <dgm:t>
        <a:bodyPr/>
        <a:lstStyle/>
        <a:p>
          <a:r>
            <a:rPr lang="en-US" dirty="0" err="1"/>
            <a:t>score_move</a:t>
          </a:r>
          <a:r>
            <a:rPr lang="en-US" dirty="0"/>
            <a:t>: </a:t>
          </a:r>
          <a:r>
            <a:rPr lang="en-US" dirty="0" err="1"/>
            <a:t>ưu</a:t>
          </a:r>
          <a:r>
            <a:rPr lang="en-US" dirty="0"/>
            <a:t> </a:t>
          </a:r>
          <a:r>
            <a:rPr lang="en-US" dirty="0" err="1"/>
            <a:t>tiên</a:t>
          </a:r>
          <a:r>
            <a:rPr lang="en-US" dirty="0"/>
            <a:t> captures &amp; promotions</a:t>
          </a:r>
        </a:p>
      </dgm:t>
    </dgm:pt>
    <dgm:pt modelId="{3E6FEBE3-AAD9-4FA9-B266-9463F755D0E6}" type="parTrans" cxnId="{6AFB6E07-41B7-4439-9DAC-ABFB73428072}">
      <dgm:prSet/>
      <dgm:spPr/>
      <dgm:t>
        <a:bodyPr/>
        <a:lstStyle/>
        <a:p>
          <a:endParaRPr lang="en-US"/>
        </a:p>
      </dgm:t>
    </dgm:pt>
    <dgm:pt modelId="{9FBEC154-C28E-49CB-BAFE-B93C6458ED14}" type="sibTrans" cxnId="{6AFB6E07-41B7-4439-9DAC-ABFB73428072}">
      <dgm:prSet/>
      <dgm:spPr/>
      <dgm:t>
        <a:bodyPr/>
        <a:lstStyle/>
        <a:p>
          <a:endParaRPr lang="en-US"/>
        </a:p>
      </dgm:t>
    </dgm:pt>
    <dgm:pt modelId="{A0C36BE4-ECF5-459E-88E9-A8522F6AA59E}">
      <dgm:prSet/>
      <dgm:spPr/>
      <dgm:t>
        <a:bodyPr/>
        <a:lstStyle/>
        <a:p>
          <a:r>
            <a:rPr lang="vi-V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Move ordering giúp alpha-beta cắt tỉa hiệu quả hơn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DEA1C4D-8B51-47BC-88FA-1A962988078B}" type="parTrans" cxnId="{041A512F-874A-43CA-9056-99E54B6A31B8}">
      <dgm:prSet/>
      <dgm:spPr/>
      <dgm:t>
        <a:bodyPr/>
        <a:lstStyle/>
        <a:p>
          <a:endParaRPr lang="en-US"/>
        </a:p>
      </dgm:t>
    </dgm:pt>
    <dgm:pt modelId="{BF60A6C9-6AE1-46C0-A9ED-F81CDCF096B5}" type="sibTrans" cxnId="{041A512F-874A-43CA-9056-99E54B6A31B8}">
      <dgm:prSet/>
      <dgm:spPr/>
      <dgm:t>
        <a:bodyPr/>
        <a:lstStyle/>
        <a:p>
          <a:endParaRPr lang="en-US"/>
        </a:p>
      </dgm:t>
    </dgm:pt>
    <dgm:pt modelId="{60047CBA-14DF-4662-A39B-643E40ADE45A}">
      <dgm:prSet/>
      <dgm:spPr/>
      <dgm:t>
        <a:bodyPr/>
        <a:lstStyle/>
        <a:p>
          <a:r>
            <a:rPr lang="en-US"/>
            <a:t>Killer moves: lưu nước gây cắt tỉa</a:t>
          </a:r>
        </a:p>
      </dgm:t>
    </dgm:pt>
    <dgm:pt modelId="{12ACD07C-D4C5-4D2B-9AB3-5DCE80B3C6A7}" type="parTrans" cxnId="{F2FE3EEE-6B91-4626-8DDA-DA2C5E4227E6}">
      <dgm:prSet/>
      <dgm:spPr/>
      <dgm:t>
        <a:bodyPr/>
        <a:lstStyle/>
        <a:p>
          <a:endParaRPr lang="en-US"/>
        </a:p>
      </dgm:t>
    </dgm:pt>
    <dgm:pt modelId="{A53520E3-3496-40A5-B70D-974AFF829FDE}" type="sibTrans" cxnId="{F2FE3EEE-6B91-4626-8DDA-DA2C5E4227E6}">
      <dgm:prSet/>
      <dgm:spPr/>
      <dgm:t>
        <a:bodyPr/>
        <a:lstStyle/>
        <a:p>
          <a:endParaRPr lang="en-US"/>
        </a:p>
      </dgm:t>
    </dgm:pt>
    <dgm:pt modelId="{1CE8B605-B6A3-4E6F-BD31-7BAC153D1E6A}" type="pres">
      <dgm:prSet presAssocID="{DC97671F-D682-466C-B7BE-8C83D496EE75}" presName="outerComposite" presStyleCnt="0">
        <dgm:presLayoutVars>
          <dgm:chMax val="5"/>
          <dgm:dir/>
          <dgm:resizeHandles val="exact"/>
        </dgm:presLayoutVars>
      </dgm:prSet>
      <dgm:spPr/>
    </dgm:pt>
    <dgm:pt modelId="{C782942F-D512-45CC-9B0D-4922BA536908}" type="pres">
      <dgm:prSet presAssocID="{DC97671F-D682-466C-B7BE-8C83D496EE75}" presName="dummyMaxCanvas" presStyleCnt="0">
        <dgm:presLayoutVars/>
      </dgm:prSet>
      <dgm:spPr/>
    </dgm:pt>
    <dgm:pt modelId="{4908B394-D466-462C-9F29-F36FC25F3B0A}" type="pres">
      <dgm:prSet presAssocID="{DC97671F-D682-466C-B7BE-8C83D496EE75}" presName="ThreeNodes_1" presStyleLbl="node1" presStyleIdx="0" presStyleCnt="3">
        <dgm:presLayoutVars>
          <dgm:bulletEnabled val="1"/>
        </dgm:presLayoutVars>
      </dgm:prSet>
      <dgm:spPr/>
    </dgm:pt>
    <dgm:pt modelId="{BED6F3F2-2F14-4883-BE0B-F1BF90C98F2C}" type="pres">
      <dgm:prSet presAssocID="{DC97671F-D682-466C-B7BE-8C83D496EE75}" presName="ThreeNodes_2" presStyleLbl="node1" presStyleIdx="1" presStyleCnt="3">
        <dgm:presLayoutVars>
          <dgm:bulletEnabled val="1"/>
        </dgm:presLayoutVars>
      </dgm:prSet>
      <dgm:spPr/>
    </dgm:pt>
    <dgm:pt modelId="{05ACA4F2-77C6-457B-90E7-07DFD43CD5B0}" type="pres">
      <dgm:prSet presAssocID="{DC97671F-D682-466C-B7BE-8C83D496EE75}" presName="ThreeNodes_3" presStyleLbl="node1" presStyleIdx="2" presStyleCnt="3">
        <dgm:presLayoutVars>
          <dgm:bulletEnabled val="1"/>
        </dgm:presLayoutVars>
      </dgm:prSet>
      <dgm:spPr/>
    </dgm:pt>
    <dgm:pt modelId="{A806A2BD-1740-4EF1-93E0-8CF4AE5FD0E1}" type="pres">
      <dgm:prSet presAssocID="{DC97671F-D682-466C-B7BE-8C83D496EE75}" presName="ThreeConn_1-2" presStyleLbl="fgAccFollowNode1" presStyleIdx="0" presStyleCnt="2">
        <dgm:presLayoutVars>
          <dgm:bulletEnabled val="1"/>
        </dgm:presLayoutVars>
      </dgm:prSet>
      <dgm:spPr/>
    </dgm:pt>
    <dgm:pt modelId="{1A176509-B51E-408A-B086-47BDDF79C64F}" type="pres">
      <dgm:prSet presAssocID="{DC97671F-D682-466C-B7BE-8C83D496EE75}" presName="ThreeConn_2-3" presStyleLbl="fgAccFollowNode1" presStyleIdx="1" presStyleCnt="2">
        <dgm:presLayoutVars>
          <dgm:bulletEnabled val="1"/>
        </dgm:presLayoutVars>
      </dgm:prSet>
      <dgm:spPr/>
    </dgm:pt>
    <dgm:pt modelId="{17B8E4C6-BBBB-4AFA-A582-BD3AA600B3E6}" type="pres">
      <dgm:prSet presAssocID="{DC97671F-D682-466C-B7BE-8C83D496EE75}" presName="ThreeNodes_1_text" presStyleLbl="node1" presStyleIdx="2" presStyleCnt="3">
        <dgm:presLayoutVars>
          <dgm:bulletEnabled val="1"/>
        </dgm:presLayoutVars>
      </dgm:prSet>
      <dgm:spPr/>
    </dgm:pt>
    <dgm:pt modelId="{8DDCE79A-85F7-442A-BFAF-D22B2E5F15D2}" type="pres">
      <dgm:prSet presAssocID="{DC97671F-D682-466C-B7BE-8C83D496EE75}" presName="ThreeNodes_2_text" presStyleLbl="node1" presStyleIdx="2" presStyleCnt="3">
        <dgm:presLayoutVars>
          <dgm:bulletEnabled val="1"/>
        </dgm:presLayoutVars>
      </dgm:prSet>
      <dgm:spPr/>
    </dgm:pt>
    <dgm:pt modelId="{7B64A9F2-352E-44B7-A1FE-3553ECA033AD}" type="pres">
      <dgm:prSet presAssocID="{DC97671F-D682-466C-B7BE-8C83D496EE7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AFB6E07-41B7-4439-9DAC-ABFB73428072}" srcId="{DC97671F-D682-466C-B7BE-8C83D496EE75}" destId="{EBB4FDCF-EA69-4A4A-AC5C-270EB10C6138}" srcOrd="0" destOrd="0" parTransId="{3E6FEBE3-AAD9-4FA9-B266-9463F755D0E6}" sibTransId="{9FBEC154-C28E-49CB-BAFE-B93C6458ED14}"/>
    <dgm:cxn modelId="{73EDFE18-A715-450E-AE25-3AE349B86875}" type="presOf" srcId="{9FBEC154-C28E-49CB-BAFE-B93C6458ED14}" destId="{A806A2BD-1740-4EF1-93E0-8CF4AE5FD0E1}" srcOrd="0" destOrd="0" presId="urn:microsoft.com/office/officeart/2005/8/layout/vProcess5"/>
    <dgm:cxn modelId="{2E6ED219-33BD-47E7-8B19-D309E29A3DEB}" type="presOf" srcId="{BF60A6C9-6AE1-46C0-A9ED-F81CDCF096B5}" destId="{1A176509-B51E-408A-B086-47BDDF79C64F}" srcOrd="0" destOrd="0" presId="urn:microsoft.com/office/officeart/2005/8/layout/vProcess5"/>
    <dgm:cxn modelId="{041A512F-874A-43CA-9056-99E54B6A31B8}" srcId="{DC97671F-D682-466C-B7BE-8C83D496EE75}" destId="{A0C36BE4-ECF5-459E-88E9-A8522F6AA59E}" srcOrd="1" destOrd="0" parTransId="{EDEA1C4D-8B51-47BC-88FA-1A962988078B}" sibTransId="{BF60A6C9-6AE1-46C0-A9ED-F81CDCF096B5}"/>
    <dgm:cxn modelId="{1C8E9464-2D19-4C24-9704-BE5A58CEBCE3}" type="presOf" srcId="{DC97671F-D682-466C-B7BE-8C83D496EE75}" destId="{1CE8B605-B6A3-4E6F-BD31-7BAC153D1E6A}" srcOrd="0" destOrd="0" presId="urn:microsoft.com/office/officeart/2005/8/layout/vProcess5"/>
    <dgm:cxn modelId="{F887F646-8838-4EAF-A3F5-8BD615171F00}" type="presOf" srcId="{A0C36BE4-ECF5-459E-88E9-A8522F6AA59E}" destId="{8DDCE79A-85F7-442A-BFAF-D22B2E5F15D2}" srcOrd="1" destOrd="0" presId="urn:microsoft.com/office/officeart/2005/8/layout/vProcess5"/>
    <dgm:cxn modelId="{AD1A176E-C88A-4705-ABAB-B32B0D462C84}" type="presOf" srcId="{A0C36BE4-ECF5-459E-88E9-A8522F6AA59E}" destId="{BED6F3F2-2F14-4883-BE0B-F1BF90C98F2C}" srcOrd="0" destOrd="0" presId="urn:microsoft.com/office/officeart/2005/8/layout/vProcess5"/>
    <dgm:cxn modelId="{49088C7C-F707-4F9A-85A4-84724A563E31}" type="presOf" srcId="{EBB4FDCF-EA69-4A4A-AC5C-270EB10C6138}" destId="{17B8E4C6-BBBB-4AFA-A582-BD3AA600B3E6}" srcOrd="1" destOrd="0" presId="urn:microsoft.com/office/officeart/2005/8/layout/vProcess5"/>
    <dgm:cxn modelId="{EA675ED1-5EB0-4480-968D-4C0EC8464426}" type="presOf" srcId="{60047CBA-14DF-4662-A39B-643E40ADE45A}" destId="{7B64A9F2-352E-44B7-A1FE-3553ECA033AD}" srcOrd="1" destOrd="0" presId="urn:microsoft.com/office/officeart/2005/8/layout/vProcess5"/>
    <dgm:cxn modelId="{164C73D9-D97F-4CA4-A96B-560CB6C8423C}" type="presOf" srcId="{EBB4FDCF-EA69-4A4A-AC5C-270EB10C6138}" destId="{4908B394-D466-462C-9F29-F36FC25F3B0A}" srcOrd="0" destOrd="0" presId="urn:microsoft.com/office/officeart/2005/8/layout/vProcess5"/>
    <dgm:cxn modelId="{43362EEC-84F9-48BC-A6F8-475ED3776BEF}" type="presOf" srcId="{60047CBA-14DF-4662-A39B-643E40ADE45A}" destId="{05ACA4F2-77C6-457B-90E7-07DFD43CD5B0}" srcOrd="0" destOrd="0" presId="urn:microsoft.com/office/officeart/2005/8/layout/vProcess5"/>
    <dgm:cxn modelId="{F2FE3EEE-6B91-4626-8DDA-DA2C5E4227E6}" srcId="{DC97671F-D682-466C-B7BE-8C83D496EE75}" destId="{60047CBA-14DF-4662-A39B-643E40ADE45A}" srcOrd="2" destOrd="0" parTransId="{12ACD07C-D4C5-4D2B-9AB3-5DCE80B3C6A7}" sibTransId="{A53520E3-3496-40A5-B70D-974AFF829FDE}"/>
    <dgm:cxn modelId="{E4FC6C70-9BBB-4C73-8D9B-AAD6780DAB7E}" type="presParOf" srcId="{1CE8B605-B6A3-4E6F-BD31-7BAC153D1E6A}" destId="{C782942F-D512-45CC-9B0D-4922BA536908}" srcOrd="0" destOrd="0" presId="urn:microsoft.com/office/officeart/2005/8/layout/vProcess5"/>
    <dgm:cxn modelId="{6B269C32-817A-443D-9E70-BEF68B10623C}" type="presParOf" srcId="{1CE8B605-B6A3-4E6F-BD31-7BAC153D1E6A}" destId="{4908B394-D466-462C-9F29-F36FC25F3B0A}" srcOrd="1" destOrd="0" presId="urn:microsoft.com/office/officeart/2005/8/layout/vProcess5"/>
    <dgm:cxn modelId="{BC932DD7-9933-419F-A1ED-00D425639CC3}" type="presParOf" srcId="{1CE8B605-B6A3-4E6F-BD31-7BAC153D1E6A}" destId="{BED6F3F2-2F14-4883-BE0B-F1BF90C98F2C}" srcOrd="2" destOrd="0" presId="urn:microsoft.com/office/officeart/2005/8/layout/vProcess5"/>
    <dgm:cxn modelId="{3CFC26EC-DCB9-4E5C-9578-9805CB8DC229}" type="presParOf" srcId="{1CE8B605-B6A3-4E6F-BD31-7BAC153D1E6A}" destId="{05ACA4F2-77C6-457B-90E7-07DFD43CD5B0}" srcOrd="3" destOrd="0" presId="urn:microsoft.com/office/officeart/2005/8/layout/vProcess5"/>
    <dgm:cxn modelId="{984BE461-1AE4-4375-9BF8-4072FF8CA786}" type="presParOf" srcId="{1CE8B605-B6A3-4E6F-BD31-7BAC153D1E6A}" destId="{A806A2BD-1740-4EF1-93E0-8CF4AE5FD0E1}" srcOrd="4" destOrd="0" presId="urn:microsoft.com/office/officeart/2005/8/layout/vProcess5"/>
    <dgm:cxn modelId="{5789471C-EE2E-4424-9C49-CF8FEF818A10}" type="presParOf" srcId="{1CE8B605-B6A3-4E6F-BD31-7BAC153D1E6A}" destId="{1A176509-B51E-408A-B086-47BDDF79C64F}" srcOrd="5" destOrd="0" presId="urn:microsoft.com/office/officeart/2005/8/layout/vProcess5"/>
    <dgm:cxn modelId="{BB675AEE-DD1B-4AED-8149-DAC598714BD0}" type="presParOf" srcId="{1CE8B605-B6A3-4E6F-BD31-7BAC153D1E6A}" destId="{17B8E4C6-BBBB-4AFA-A582-BD3AA600B3E6}" srcOrd="6" destOrd="0" presId="urn:microsoft.com/office/officeart/2005/8/layout/vProcess5"/>
    <dgm:cxn modelId="{B910791C-79B3-4015-B628-9FF6C0B04692}" type="presParOf" srcId="{1CE8B605-B6A3-4E6F-BD31-7BAC153D1E6A}" destId="{8DDCE79A-85F7-442A-BFAF-D22B2E5F15D2}" srcOrd="7" destOrd="0" presId="urn:microsoft.com/office/officeart/2005/8/layout/vProcess5"/>
    <dgm:cxn modelId="{79DB46E3-AEA7-4F99-A4D5-4868BB75E935}" type="presParOf" srcId="{1CE8B605-B6A3-4E6F-BD31-7BAC153D1E6A}" destId="{7B64A9F2-352E-44B7-A1FE-3553ECA033A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3EA5B9-6A21-40FF-8BDB-08E0D48A1AC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D886B5C-4572-4737-ACF6-1C0C54D5E941}">
      <dgm:prSet/>
      <dgm:spPr/>
      <dgm:t>
        <a:bodyPr/>
        <a:lstStyle/>
        <a:p>
          <a:r>
            <a:rPr lang="en-US" dirty="0"/>
            <a:t>Think</a:t>
          </a:r>
        </a:p>
      </dgm:t>
    </dgm:pt>
    <dgm:pt modelId="{ECDEA688-C0C5-411E-9067-48D95F330DFE}" type="parTrans" cxnId="{35C914B9-1911-400F-B918-7CE0CDD7D95E}">
      <dgm:prSet/>
      <dgm:spPr/>
      <dgm:t>
        <a:bodyPr/>
        <a:lstStyle/>
        <a:p>
          <a:endParaRPr lang="en-US"/>
        </a:p>
      </dgm:t>
    </dgm:pt>
    <dgm:pt modelId="{39719691-11ED-41F2-A261-96EBC9607657}" type="sibTrans" cxnId="{35C914B9-1911-400F-B918-7CE0CDD7D95E}">
      <dgm:prSet/>
      <dgm:spPr/>
      <dgm:t>
        <a:bodyPr/>
        <a:lstStyle/>
        <a:p>
          <a:endParaRPr lang="en-US"/>
        </a:p>
      </dgm:t>
    </dgm:pt>
    <dgm:pt modelId="{B6461904-F985-4979-A810-9A2C2E2B0AB6}">
      <dgm:prSet/>
      <dgm:spPr/>
      <dgm:t>
        <a:bodyPr/>
        <a:lstStyle/>
        <a:p>
          <a:r>
            <a:rPr lang="en-US" dirty="0" err="1"/>
            <a:t>get_best_move_minimax</a:t>
          </a:r>
          <a:r>
            <a:rPr lang="en-US" dirty="0"/>
            <a:t>() (</a:t>
          </a:r>
          <a:r>
            <a:rPr lang="en-US" dirty="0" err="1"/>
            <a:t>Làm</a:t>
          </a:r>
          <a:r>
            <a:rPr lang="en-US" dirty="0"/>
            <a:t> </a:t>
          </a:r>
          <a:r>
            <a:rPr lang="en-US" dirty="0" err="1"/>
            <a:t>việc</a:t>
          </a:r>
          <a:r>
            <a:rPr lang="en-US" dirty="0"/>
            <a:t>):  Thread </a:t>
          </a:r>
          <a:r>
            <a:rPr lang="en-US" dirty="0" err="1"/>
            <a:t>phụ</a:t>
          </a:r>
          <a:r>
            <a:rPr lang="en-US" dirty="0"/>
            <a:t> </a:t>
          </a:r>
          <a:r>
            <a:rPr lang="en-US" dirty="0" err="1"/>
            <a:t>sẽ</a:t>
          </a:r>
          <a:r>
            <a:rPr lang="en-US" dirty="0"/>
            <a:t> </a:t>
          </a:r>
          <a:r>
            <a:rPr lang="en-US" dirty="0" err="1"/>
            <a:t>chạy</a:t>
          </a:r>
          <a:r>
            <a:rPr lang="en-US" dirty="0"/>
            <a:t> </a:t>
          </a:r>
          <a:r>
            <a:rPr lang="en-US" dirty="0" err="1"/>
            <a:t>hàm</a:t>
          </a:r>
          <a:r>
            <a:rPr lang="en-US" dirty="0"/>
            <a:t> </a:t>
          </a:r>
          <a:r>
            <a:rPr lang="en-US" dirty="0" err="1"/>
            <a:t>này</a:t>
          </a:r>
          <a:r>
            <a:rPr lang="en-US" dirty="0"/>
            <a:t>. </a:t>
          </a:r>
          <a:r>
            <a:rPr lang="en-US" dirty="0" err="1"/>
            <a:t>Nó</a:t>
          </a:r>
          <a:r>
            <a:rPr lang="en-US" dirty="0"/>
            <a:t> </a:t>
          </a:r>
          <a:r>
            <a:rPr lang="en-US" dirty="0" err="1"/>
            <a:t>tốn</a:t>
          </a:r>
          <a:r>
            <a:rPr lang="en-US" dirty="0"/>
            <a:t> </a:t>
          </a:r>
          <a:r>
            <a:rPr lang="en-US" dirty="0" err="1"/>
            <a:t>vài</a:t>
          </a:r>
          <a:r>
            <a:rPr lang="en-US" dirty="0"/>
            <a:t> </a:t>
          </a:r>
          <a:r>
            <a:rPr lang="en-US" dirty="0" err="1"/>
            <a:t>đến</a:t>
          </a:r>
          <a:r>
            <a:rPr lang="en-US" dirty="0"/>
            <a:t> </a:t>
          </a:r>
          <a:r>
            <a:rPr lang="en-US" dirty="0" err="1"/>
            <a:t>vài</a:t>
          </a:r>
          <a:r>
            <a:rPr lang="en-US" dirty="0"/>
            <a:t> </a:t>
          </a:r>
          <a:r>
            <a:rPr lang="en-US" dirty="0" err="1"/>
            <a:t>chục</a:t>
          </a:r>
          <a:r>
            <a:rPr lang="en-US" dirty="0"/>
            <a:t> </a:t>
          </a:r>
          <a:r>
            <a:rPr lang="en-US" dirty="0" err="1"/>
            <a:t>giây</a:t>
          </a:r>
          <a:r>
            <a:rPr lang="en-US" dirty="0"/>
            <a:t> </a:t>
          </a:r>
          <a:r>
            <a:rPr lang="en-US" dirty="0" err="1"/>
            <a:t>để</a:t>
          </a:r>
          <a:r>
            <a:rPr lang="en-US" dirty="0"/>
            <a:t> </a:t>
          </a:r>
          <a:r>
            <a:rPr lang="en-US" dirty="0" err="1"/>
            <a:t>suy</a:t>
          </a:r>
          <a:r>
            <a:rPr lang="en-US" dirty="0"/>
            <a:t> </a:t>
          </a:r>
          <a:r>
            <a:rPr lang="en-US" dirty="0" err="1"/>
            <a:t>nghĩ</a:t>
          </a:r>
          <a:r>
            <a:rPr lang="en-US" dirty="0"/>
            <a:t>.</a:t>
          </a:r>
        </a:p>
      </dgm:t>
    </dgm:pt>
    <dgm:pt modelId="{25295E82-829B-4E73-A381-D1A930CAC676}" type="parTrans" cxnId="{03E3AAF7-826D-463F-B5E7-7AA5B571D20A}">
      <dgm:prSet/>
      <dgm:spPr/>
      <dgm:t>
        <a:bodyPr/>
        <a:lstStyle/>
        <a:p>
          <a:endParaRPr lang="en-US"/>
        </a:p>
      </dgm:t>
    </dgm:pt>
    <dgm:pt modelId="{C6E2B9AC-6D4A-4373-BA6D-B78F5A9A44C7}" type="sibTrans" cxnId="{03E3AAF7-826D-463F-B5E7-7AA5B571D20A}">
      <dgm:prSet/>
      <dgm:spPr/>
      <dgm:t>
        <a:bodyPr/>
        <a:lstStyle/>
        <a:p>
          <a:endParaRPr lang="en-US"/>
        </a:p>
      </dgm:t>
    </dgm:pt>
    <dgm:pt modelId="{18FBF376-455F-44B0-B053-77B94183619B}">
      <dgm:prSet/>
      <dgm:spPr/>
      <dgm:t>
        <a:bodyPr/>
        <a:lstStyle/>
        <a:p>
          <a:r>
            <a:rPr lang="en-US"/>
            <a:t>Trong lúc này, Main Thread vẫn chạy vòng lặp Pygame để vẽ màn hình 60 lần/giây.</a:t>
          </a:r>
        </a:p>
      </dgm:t>
    </dgm:pt>
    <dgm:pt modelId="{A387848A-A9ED-4F43-BD16-0CDF40473545}" type="parTrans" cxnId="{B8FC92D4-95A5-4BB1-94DB-C1663300330A}">
      <dgm:prSet/>
      <dgm:spPr/>
      <dgm:t>
        <a:bodyPr/>
        <a:lstStyle/>
        <a:p>
          <a:endParaRPr lang="en-US"/>
        </a:p>
      </dgm:t>
    </dgm:pt>
    <dgm:pt modelId="{B907867F-CE69-40C5-95B3-08D08447F760}" type="sibTrans" cxnId="{B8FC92D4-95A5-4BB1-94DB-C1663300330A}">
      <dgm:prSet/>
      <dgm:spPr/>
      <dgm:t>
        <a:bodyPr/>
        <a:lstStyle/>
        <a:p>
          <a:endParaRPr lang="en-US"/>
        </a:p>
      </dgm:t>
    </dgm:pt>
    <dgm:pt modelId="{0B5EFA23-4B24-4C03-974F-8BBA836588A2}">
      <dgm:prSet/>
      <dgm:spPr/>
      <dgm:t>
        <a:bodyPr/>
        <a:lstStyle/>
        <a:p>
          <a:r>
            <a:rPr lang="en-US"/>
            <a:t>Finish</a:t>
          </a:r>
        </a:p>
      </dgm:t>
    </dgm:pt>
    <dgm:pt modelId="{104B8D87-BAC4-42CF-8160-F808B29E9FF2}" type="parTrans" cxnId="{714E8E69-42B0-4C4A-86A1-DDDD7B9D074F}">
      <dgm:prSet/>
      <dgm:spPr/>
      <dgm:t>
        <a:bodyPr/>
        <a:lstStyle/>
        <a:p>
          <a:endParaRPr lang="en-US"/>
        </a:p>
      </dgm:t>
    </dgm:pt>
    <dgm:pt modelId="{84078723-7EDA-4B84-AA97-B76373D81844}" type="sibTrans" cxnId="{714E8E69-42B0-4C4A-86A1-DDDD7B9D074F}">
      <dgm:prSet/>
      <dgm:spPr/>
      <dgm:t>
        <a:bodyPr/>
        <a:lstStyle/>
        <a:p>
          <a:endParaRPr lang="en-US"/>
        </a:p>
      </dgm:t>
    </dgm:pt>
    <dgm:pt modelId="{AEF3B255-EA67-48B3-A9C2-C62E71843D5E}">
      <dgm:prSet/>
      <dgm:spPr/>
      <dgm:t>
        <a:bodyPr/>
        <a:lstStyle/>
        <a:p>
          <a:r>
            <a:rPr lang="en-US" dirty="0" err="1"/>
            <a:t>finish_ai_move</a:t>
          </a:r>
          <a:r>
            <a:rPr lang="en-US" dirty="0"/>
            <a:t>() (</a:t>
          </a:r>
          <a:r>
            <a:rPr lang="en-US" dirty="0" err="1"/>
            <a:t>Kết</a:t>
          </a:r>
          <a:r>
            <a:rPr lang="en-US" dirty="0"/>
            <a:t> </a:t>
          </a:r>
          <a:r>
            <a:rPr lang="en-US" dirty="0" err="1"/>
            <a:t>thúc</a:t>
          </a:r>
          <a:r>
            <a:rPr lang="en-US" dirty="0"/>
            <a:t>): Sau </a:t>
          </a:r>
          <a:r>
            <a:rPr lang="en-US" dirty="0" err="1"/>
            <a:t>khi</a:t>
          </a:r>
          <a:r>
            <a:rPr lang="en-US" dirty="0"/>
            <a:t> AI </a:t>
          </a:r>
          <a:r>
            <a:rPr lang="en-US" dirty="0" err="1"/>
            <a:t>tính</a:t>
          </a:r>
          <a:r>
            <a:rPr lang="en-US" dirty="0"/>
            <a:t> </a:t>
          </a:r>
          <a:r>
            <a:rPr lang="en-US" dirty="0" err="1"/>
            <a:t>xong</a:t>
          </a:r>
          <a:r>
            <a:rPr lang="en-US" dirty="0"/>
            <a:t>, </a:t>
          </a:r>
          <a:r>
            <a:rPr lang="en-US" dirty="0" err="1"/>
            <a:t>nó</a:t>
          </a:r>
          <a:r>
            <a:rPr lang="en-US" dirty="0"/>
            <a:t> </a:t>
          </a:r>
          <a:r>
            <a:rPr lang="en-US" dirty="0" err="1"/>
            <a:t>sẽ</a:t>
          </a:r>
          <a:r>
            <a:rPr lang="en-US" dirty="0"/>
            <a:t> </a:t>
          </a:r>
          <a:r>
            <a:rPr lang="en-US" dirty="0" err="1"/>
            <a:t>gửi</a:t>
          </a:r>
          <a:r>
            <a:rPr lang="en-US" dirty="0"/>
            <a:t> </a:t>
          </a:r>
          <a:r>
            <a:rPr lang="en-US" dirty="0" err="1"/>
            <a:t>kết</a:t>
          </a:r>
          <a:r>
            <a:rPr lang="en-US" dirty="0"/>
            <a:t> </a:t>
          </a:r>
          <a:r>
            <a:rPr lang="en-US" dirty="0" err="1"/>
            <a:t>quả</a:t>
          </a:r>
          <a:r>
            <a:rPr lang="en-US" dirty="0"/>
            <a:t> </a:t>
          </a:r>
          <a:r>
            <a:rPr lang="en-US" dirty="0" err="1"/>
            <a:t>về</a:t>
          </a:r>
          <a:r>
            <a:rPr lang="en-US" dirty="0"/>
            <a:t> </a:t>
          </a:r>
          <a:r>
            <a:rPr lang="en-US" dirty="0" err="1"/>
            <a:t>cho</a:t>
          </a:r>
          <a:r>
            <a:rPr lang="en-US" dirty="0"/>
            <a:t> Main Thread.</a:t>
          </a:r>
        </a:p>
      </dgm:t>
    </dgm:pt>
    <dgm:pt modelId="{8D7EA3BE-F461-4E46-BD33-0C529DA3B257}" type="parTrans" cxnId="{006F88FE-2743-4861-B8B4-48D3FAF863E1}">
      <dgm:prSet/>
      <dgm:spPr/>
      <dgm:t>
        <a:bodyPr/>
        <a:lstStyle/>
        <a:p>
          <a:endParaRPr lang="en-US"/>
        </a:p>
      </dgm:t>
    </dgm:pt>
    <dgm:pt modelId="{DEBEEAFA-5078-4E72-AD3F-9D9C184A7582}" type="sibTrans" cxnId="{006F88FE-2743-4861-B8B4-48D3FAF863E1}">
      <dgm:prSet/>
      <dgm:spPr/>
      <dgm:t>
        <a:bodyPr/>
        <a:lstStyle/>
        <a:p>
          <a:endParaRPr lang="en-US"/>
        </a:p>
      </dgm:t>
    </dgm:pt>
    <dgm:pt modelId="{C1041449-79E6-499F-B866-481AF4D8DEDC}">
      <dgm:prSet/>
      <dgm:spPr/>
      <dgm:t>
        <a:bodyPr/>
        <a:lstStyle/>
        <a:p>
          <a:r>
            <a:rPr lang="en-US"/>
            <a:t>Nước đi được thực hiện (board.push(move)), và màn hình cập nhật bàn cờ mới.</a:t>
          </a:r>
        </a:p>
      </dgm:t>
    </dgm:pt>
    <dgm:pt modelId="{DBDAF16B-BD1E-4D8E-9A21-4D626881C6AC}" type="parTrans" cxnId="{F5C105FA-B799-42ED-A51E-BC549BC92A7C}">
      <dgm:prSet/>
      <dgm:spPr/>
      <dgm:t>
        <a:bodyPr/>
        <a:lstStyle/>
        <a:p>
          <a:endParaRPr lang="en-US"/>
        </a:p>
      </dgm:t>
    </dgm:pt>
    <dgm:pt modelId="{98C7E2AB-BF56-4E92-A088-312FA3087264}" type="sibTrans" cxnId="{F5C105FA-B799-42ED-A51E-BC549BC92A7C}">
      <dgm:prSet/>
      <dgm:spPr/>
      <dgm:t>
        <a:bodyPr/>
        <a:lstStyle/>
        <a:p>
          <a:endParaRPr lang="en-US"/>
        </a:p>
      </dgm:t>
    </dgm:pt>
    <dgm:pt modelId="{CD0CBE3A-450F-4ADB-B756-513436CE4013}">
      <dgm:prSet/>
      <dgm:spPr/>
      <dgm:t>
        <a:bodyPr/>
        <a:lstStyle/>
        <a:p>
          <a:r>
            <a:rPr lang="en-US"/>
            <a:t>Start</a:t>
          </a:r>
        </a:p>
      </dgm:t>
    </dgm:pt>
    <dgm:pt modelId="{B11CD662-9C72-40F1-9A08-63C15B18C550}" type="sibTrans" cxnId="{50D3F2DD-5AE6-49C2-B88A-1F646584E2C1}">
      <dgm:prSet/>
      <dgm:spPr/>
      <dgm:t>
        <a:bodyPr/>
        <a:lstStyle/>
        <a:p>
          <a:endParaRPr lang="en-US"/>
        </a:p>
      </dgm:t>
    </dgm:pt>
    <dgm:pt modelId="{2EB0C2ED-0919-4D0C-A84C-F04FEE5C2D13}" type="parTrans" cxnId="{50D3F2DD-5AE6-49C2-B88A-1F646584E2C1}">
      <dgm:prSet/>
      <dgm:spPr/>
      <dgm:t>
        <a:bodyPr/>
        <a:lstStyle/>
        <a:p>
          <a:endParaRPr lang="en-US"/>
        </a:p>
      </dgm:t>
    </dgm:pt>
    <dgm:pt modelId="{C4832B61-E0C0-484B-AC63-68E2B967B717}">
      <dgm:prSet/>
      <dgm:spPr/>
      <dgm:t>
        <a:bodyPr/>
        <a:lstStyle/>
        <a:p>
          <a:r>
            <a:rPr lang="en-US" dirty="0" err="1"/>
            <a:t>start_ai_think</a:t>
          </a:r>
          <a:r>
            <a:rPr lang="en-US" dirty="0"/>
            <a:t>() (</a:t>
          </a:r>
          <a:r>
            <a:rPr lang="en-US" dirty="0" err="1"/>
            <a:t>Kích</a:t>
          </a:r>
          <a:r>
            <a:rPr lang="en-US" dirty="0"/>
            <a:t> </a:t>
          </a:r>
          <a:r>
            <a:rPr lang="en-US" dirty="0" err="1"/>
            <a:t>hoạt</a:t>
          </a:r>
          <a:r>
            <a:rPr lang="en-US" dirty="0"/>
            <a:t>): Khi </a:t>
          </a:r>
          <a:r>
            <a:rPr lang="en-US" dirty="0" err="1"/>
            <a:t>đến</a:t>
          </a:r>
          <a:r>
            <a:rPr lang="en-US" dirty="0"/>
            <a:t> </a:t>
          </a:r>
          <a:r>
            <a:rPr lang="en-US" dirty="0" err="1"/>
            <a:t>lượt</a:t>
          </a:r>
          <a:r>
            <a:rPr lang="en-US" dirty="0"/>
            <a:t> AI, </a:t>
          </a:r>
          <a:r>
            <a:rPr lang="en-US" dirty="0" err="1"/>
            <a:t>hàm</a:t>
          </a:r>
          <a:r>
            <a:rPr lang="en-US" dirty="0"/>
            <a:t> </a:t>
          </a:r>
          <a:r>
            <a:rPr lang="en-US" dirty="0" err="1"/>
            <a:t>này</a:t>
          </a:r>
          <a:r>
            <a:rPr lang="en-US" dirty="0"/>
            <a:t> </a:t>
          </a:r>
          <a:r>
            <a:rPr lang="en-US" dirty="0" err="1"/>
            <a:t>được</a:t>
          </a:r>
          <a:r>
            <a:rPr lang="en-US" dirty="0"/>
            <a:t> </a:t>
          </a:r>
          <a:r>
            <a:rPr lang="en-US" dirty="0" err="1"/>
            <a:t>gọi</a:t>
          </a:r>
          <a:r>
            <a:rPr lang="en-US" dirty="0"/>
            <a:t>.</a:t>
          </a:r>
        </a:p>
      </dgm:t>
    </dgm:pt>
    <dgm:pt modelId="{D2D4D254-4D0E-4922-A589-B639D33F72C4}" type="sibTrans" cxnId="{98607242-6610-4DB5-849F-6A208BCB9385}">
      <dgm:prSet/>
      <dgm:spPr/>
      <dgm:t>
        <a:bodyPr/>
        <a:lstStyle/>
        <a:p>
          <a:endParaRPr lang="en-US"/>
        </a:p>
      </dgm:t>
    </dgm:pt>
    <dgm:pt modelId="{0DCF39F3-9FD1-465D-80C3-F2D88291E57C}" type="parTrans" cxnId="{98607242-6610-4DB5-849F-6A208BCB9385}">
      <dgm:prSet/>
      <dgm:spPr/>
      <dgm:t>
        <a:bodyPr/>
        <a:lstStyle/>
        <a:p>
          <a:endParaRPr lang="en-US"/>
        </a:p>
      </dgm:t>
    </dgm:pt>
    <dgm:pt modelId="{1AEE7190-DD8A-4D1B-B54C-CFBAEAA96DD8}">
      <dgm:prSet/>
      <dgm:spPr/>
      <dgm:t>
        <a:bodyPr/>
        <a:lstStyle/>
        <a:p>
          <a:r>
            <a:rPr lang="en-US"/>
            <a:t>Nó sẽ tạo ra một Thread mới (Spawn thread).</a:t>
          </a:r>
        </a:p>
      </dgm:t>
    </dgm:pt>
    <dgm:pt modelId="{57860801-03B7-44A2-A147-11FA6B3CCF5E}" type="sibTrans" cxnId="{20A71619-5D3C-4228-A3BE-360AF7C99C6B}">
      <dgm:prSet/>
      <dgm:spPr/>
      <dgm:t>
        <a:bodyPr/>
        <a:lstStyle/>
        <a:p>
          <a:endParaRPr lang="en-US"/>
        </a:p>
      </dgm:t>
    </dgm:pt>
    <dgm:pt modelId="{01AA6C3B-02A7-41FB-80AF-C522C64F3B93}" type="parTrans" cxnId="{20A71619-5D3C-4228-A3BE-360AF7C99C6B}">
      <dgm:prSet/>
      <dgm:spPr/>
      <dgm:t>
        <a:bodyPr/>
        <a:lstStyle/>
        <a:p>
          <a:endParaRPr lang="en-US"/>
        </a:p>
      </dgm:t>
    </dgm:pt>
    <dgm:pt modelId="{B6C7C04B-FA55-428A-AFB9-D5254608D6B0}">
      <dgm:prSet/>
      <dgm:spPr/>
      <dgm:t>
        <a:bodyPr/>
        <a:lstStyle/>
        <a:p>
          <a:r>
            <a:rPr lang="en-US" dirty="0" err="1"/>
            <a:t>Nó</a:t>
          </a:r>
          <a:r>
            <a:rPr lang="en-US" dirty="0"/>
            <a:t> </a:t>
          </a:r>
          <a:r>
            <a:rPr lang="en-US" dirty="0" err="1"/>
            <a:t>đặt</a:t>
          </a:r>
          <a:r>
            <a:rPr lang="en-US" dirty="0"/>
            <a:t> </a:t>
          </a:r>
          <a:r>
            <a:rPr lang="en-US" dirty="0" err="1"/>
            <a:t>trạng</a:t>
          </a:r>
          <a:r>
            <a:rPr lang="en-US" dirty="0"/>
            <a:t> </a:t>
          </a:r>
          <a:r>
            <a:rPr lang="en-US" dirty="0" err="1"/>
            <a:t>thái</a:t>
          </a:r>
          <a:r>
            <a:rPr lang="en-US" dirty="0"/>
            <a:t> game </a:t>
          </a:r>
          <a:r>
            <a:rPr lang="en-US" dirty="0" err="1"/>
            <a:t>thành</a:t>
          </a:r>
          <a:r>
            <a:rPr lang="en-US" dirty="0"/>
            <a:t> "Thinking" </a:t>
          </a:r>
          <a:r>
            <a:rPr lang="en-US" dirty="0" err="1"/>
            <a:t>để</a:t>
          </a:r>
          <a:r>
            <a:rPr lang="en-US" dirty="0"/>
            <a:t> AI </a:t>
          </a:r>
          <a:r>
            <a:rPr lang="en-US" dirty="0" err="1"/>
            <a:t>nghĩ</a:t>
          </a:r>
          <a:r>
            <a:rPr lang="en-US" dirty="0"/>
            <a:t>.</a:t>
          </a:r>
        </a:p>
      </dgm:t>
    </dgm:pt>
    <dgm:pt modelId="{3762A076-9737-480B-AEED-568AA9053205}" type="sibTrans" cxnId="{2039546A-F7A2-4213-9E9A-DA43E33F4C91}">
      <dgm:prSet/>
      <dgm:spPr/>
      <dgm:t>
        <a:bodyPr/>
        <a:lstStyle/>
        <a:p>
          <a:endParaRPr lang="en-US"/>
        </a:p>
      </dgm:t>
    </dgm:pt>
    <dgm:pt modelId="{B125013F-7F57-499F-928E-5F19B414731A}" type="parTrans" cxnId="{2039546A-F7A2-4213-9E9A-DA43E33F4C91}">
      <dgm:prSet/>
      <dgm:spPr/>
      <dgm:t>
        <a:bodyPr/>
        <a:lstStyle/>
        <a:p>
          <a:endParaRPr lang="en-US"/>
        </a:p>
      </dgm:t>
    </dgm:pt>
    <dgm:pt modelId="{990C4119-B0C1-4742-8BE7-ECC58A0665AA}" type="pres">
      <dgm:prSet presAssocID="{2C3EA5B9-6A21-40FF-8BDB-08E0D48A1ACF}" presName="linear" presStyleCnt="0">
        <dgm:presLayoutVars>
          <dgm:dir/>
          <dgm:animLvl val="lvl"/>
          <dgm:resizeHandles val="exact"/>
        </dgm:presLayoutVars>
      </dgm:prSet>
      <dgm:spPr/>
    </dgm:pt>
    <dgm:pt modelId="{3403E99B-623B-4C5F-9A60-2D97D7432DE1}" type="pres">
      <dgm:prSet presAssocID="{CD0CBE3A-450F-4ADB-B756-513436CE4013}" presName="parentLin" presStyleCnt="0"/>
      <dgm:spPr/>
    </dgm:pt>
    <dgm:pt modelId="{214E61FE-F7A9-46C0-8858-C2F99DAC8371}" type="pres">
      <dgm:prSet presAssocID="{CD0CBE3A-450F-4ADB-B756-513436CE4013}" presName="parentLeftMargin" presStyleLbl="node1" presStyleIdx="0" presStyleCnt="3"/>
      <dgm:spPr/>
    </dgm:pt>
    <dgm:pt modelId="{6106AE32-792D-4332-97C1-FE2FFC6EAEA6}" type="pres">
      <dgm:prSet presAssocID="{CD0CBE3A-450F-4ADB-B756-513436CE40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29DEEC3-FB78-4AF7-B71F-E5C4429B9598}" type="pres">
      <dgm:prSet presAssocID="{CD0CBE3A-450F-4ADB-B756-513436CE4013}" presName="negativeSpace" presStyleCnt="0"/>
      <dgm:spPr/>
    </dgm:pt>
    <dgm:pt modelId="{C8EFF46B-4F23-4576-867A-D1EF45842390}" type="pres">
      <dgm:prSet presAssocID="{CD0CBE3A-450F-4ADB-B756-513436CE4013}" presName="childText" presStyleLbl="conFgAcc1" presStyleIdx="0" presStyleCnt="3">
        <dgm:presLayoutVars>
          <dgm:bulletEnabled val="1"/>
        </dgm:presLayoutVars>
      </dgm:prSet>
      <dgm:spPr/>
    </dgm:pt>
    <dgm:pt modelId="{06008A0A-0799-49C5-B112-736482A072DB}" type="pres">
      <dgm:prSet presAssocID="{B11CD662-9C72-40F1-9A08-63C15B18C550}" presName="spaceBetweenRectangles" presStyleCnt="0"/>
      <dgm:spPr/>
    </dgm:pt>
    <dgm:pt modelId="{DA8EB86D-7363-43D0-BB2C-7C0A6A1D21F6}" type="pres">
      <dgm:prSet presAssocID="{0D886B5C-4572-4737-ACF6-1C0C54D5E941}" presName="parentLin" presStyleCnt="0"/>
      <dgm:spPr/>
    </dgm:pt>
    <dgm:pt modelId="{75CD5573-65B5-4CE2-8AA2-7864DFA7A118}" type="pres">
      <dgm:prSet presAssocID="{0D886B5C-4572-4737-ACF6-1C0C54D5E941}" presName="parentLeftMargin" presStyleLbl="node1" presStyleIdx="0" presStyleCnt="3"/>
      <dgm:spPr/>
    </dgm:pt>
    <dgm:pt modelId="{D6E2F7F5-113B-41BD-A793-3DE43FD4A250}" type="pres">
      <dgm:prSet presAssocID="{0D886B5C-4572-4737-ACF6-1C0C54D5E9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4DFC745-15E7-469D-B18B-4D45E74E1BF3}" type="pres">
      <dgm:prSet presAssocID="{0D886B5C-4572-4737-ACF6-1C0C54D5E941}" presName="negativeSpace" presStyleCnt="0"/>
      <dgm:spPr/>
    </dgm:pt>
    <dgm:pt modelId="{206C8679-39D6-44A2-92F5-EA3E75E69A28}" type="pres">
      <dgm:prSet presAssocID="{0D886B5C-4572-4737-ACF6-1C0C54D5E941}" presName="childText" presStyleLbl="conFgAcc1" presStyleIdx="1" presStyleCnt="3">
        <dgm:presLayoutVars>
          <dgm:bulletEnabled val="1"/>
        </dgm:presLayoutVars>
      </dgm:prSet>
      <dgm:spPr/>
    </dgm:pt>
    <dgm:pt modelId="{93170A8E-A438-469E-A2E6-DFF97745FDF3}" type="pres">
      <dgm:prSet presAssocID="{39719691-11ED-41F2-A261-96EBC9607657}" presName="spaceBetweenRectangles" presStyleCnt="0"/>
      <dgm:spPr/>
    </dgm:pt>
    <dgm:pt modelId="{9CB2FAF9-0D64-4C49-BC26-F562DBEC8FE6}" type="pres">
      <dgm:prSet presAssocID="{0B5EFA23-4B24-4C03-974F-8BBA836588A2}" presName="parentLin" presStyleCnt="0"/>
      <dgm:spPr/>
    </dgm:pt>
    <dgm:pt modelId="{D669B864-3CAF-4864-ADB8-BEC47D8EB15E}" type="pres">
      <dgm:prSet presAssocID="{0B5EFA23-4B24-4C03-974F-8BBA836588A2}" presName="parentLeftMargin" presStyleLbl="node1" presStyleIdx="1" presStyleCnt="3"/>
      <dgm:spPr/>
    </dgm:pt>
    <dgm:pt modelId="{76BDA3C7-3BF6-4B6A-9BBC-771943DF6AE9}" type="pres">
      <dgm:prSet presAssocID="{0B5EFA23-4B24-4C03-974F-8BBA836588A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7226A90-6B9F-4588-9CEF-846E17C71F2D}" type="pres">
      <dgm:prSet presAssocID="{0B5EFA23-4B24-4C03-974F-8BBA836588A2}" presName="negativeSpace" presStyleCnt="0"/>
      <dgm:spPr/>
    </dgm:pt>
    <dgm:pt modelId="{9842FEB5-EBA6-49C2-A1CE-50FADAE0963A}" type="pres">
      <dgm:prSet presAssocID="{0B5EFA23-4B24-4C03-974F-8BBA836588A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07B9503-CA8A-4356-AA91-D0E50E6155E1}" type="presOf" srcId="{CD0CBE3A-450F-4ADB-B756-513436CE4013}" destId="{6106AE32-792D-4332-97C1-FE2FFC6EAEA6}" srcOrd="1" destOrd="0" presId="urn:microsoft.com/office/officeart/2005/8/layout/list1"/>
    <dgm:cxn modelId="{20A71619-5D3C-4228-A3BE-360AF7C99C6B}" srcId="{C4832B61-E0C0-484B-AC63-68E2B967B717}" destId="{1AEE7190-DD8A-4D1B-B54C-CFBAEAA96DD8}" srcOrd="0" destOrd="0" parTransId="{01AA6C3B-02A7-41FB-80AF-C522C64F3B93}" sibTransId="{57860801-03B7-44A2-A147-11FA6B3CCF5E}"/>
    <dgm:cxn modelId="{0CD52132-90F6-4C91-B08B-E08BE001B680}" type="presOf" srcId="{0B5EFA23-4B24-4C03-974F-8BBA836588A2}" destId="{D669B864-3CAF-4864-ADB8-BEC47D8EB15E}" srcOrd="0" destOrd="0" presId="urn:microsoft.com/office/officeart/2005/8/layout/list1"/>
    <dgm:cxn modelId="{98607242-6610-4DB5-849F-6A208BCB9385}" srcId="{CD0CBE3A-450F-4ADB-B756-513436CE4013}" destId="{C4832B61-E0C0-484B-AC63-68E2B967B717}" srcOrd="0" destOrd="0" parTransId="{0DCF39F3-9FD1-465D-80C3-F2D88291E57C}" sibTransId="{D2D4D254-4D0E-4922-A589-B639D33F72C4}"/>
    <dgm:cxn modelId="{714E8E69-42B0-4C4A-86A1-DDDD7B9D074F}" srcId="{2C3EA5B9-6A21-40FF-8BDB-08E0D48A1ACF}" destId="{0B5EFA23-4B24-4C03-974F-8BBA836588A2}" srcOrd="2" destOrd="0" parTransId="{104B8D87-BAC4-42CF-8160-F808B29E9FF2}" sibTransId="{84078723-7EDA-4B84-AA97-B76373D81844}"/>
    <dgm:cxn modelId="{2039546A-F7A2-4213-9E9A-DA43E33F4C91}" srcId="{C4832B61-E0C0-484B-AC63-68E2B967B717}" destId="{B6C7C04B-FA55-428A-AFB9-D5254608D6B0}" srcOrd="1" destOrd="0" parTransId="{B125013F-7F57-499F-928E-5F19B414731A}" sibTransId="{3762A076-9737-480B-AEED-568AA9053205}"/>
    <dgm:cxn modelId="{16AB2F99-37E7-4F9C-BD71-6C785436FD9B}" type="presOf" srcId="{18FBF376-455F-44B0-B053-77B94183619B}" destId="{206C8679-39D6-44A2-92F5-EA3E75E69A28}" srcOrd="0" destOrd="1" presId="urn:microsoft.com/office/officeart/2005/8/layout/list1"/>
    <dgm:cxn modelId="{6681E9AC-5376-45E5-A166-356C2DA91B33}" type="presOf" srcId="{0B5EFA23-4B24-4C03-974F-8BBA836588A2}" destId="{76BDA3C7-3BF6-4B6A-9BBC-771943DF6AE9}" srcOrd="1" destOrd="0" presId="urn:microsoft.com/office/officeart/2005/8/layout/list1"/>
    <dgm:cxn modelId="{573D33B5-98AA-4A86-BE6E-FF5D3A49F04C}" type="presOf" srcId="{2C3EA5B9-6A21-40FF-8BDB-08E0D48A1ACF}" destId="{990C4119-B0C1-4742-8BE7-ECC58A0665AA}" srcOrd="0" destOrd="0" presId="urn:microsoft.com/office/officeart/2005/8/layout/list1"/>
    <dgm:cxn modelId="{35C914B9-1911-400F-B918-7CE0CDD7D95E}" srcId="{2C3EA5B9-6A21-40FF-8BDB-08E0D48A1ACF}" destId="{0D886B5C-4572-4737-ACF6-1C0C54D5E941}" srcOrd="1" destOrd="0" parTransId="{ECDEA688-C0C5-411E-9067-48D95F330DFE}" sibTransId="{39719691-11ED-41F2-A261-96EBC9607657}"/>
    <dgm:cxn modelId="{5DBD8DC0-8D2D-491B-8F41-C50EDBB56629}" type="presOf" srcId="{0D886B5C-4572-4737-ACF6-1C0C54D5E941}" destId="{75CD5573-65B5-4CE2-8AA2-7864DFA7A118}" srcOrd="0" destOrd="0" presId="urn:microsoft.com/office/officeart/2005/8/layout/list1"/>
    <dgm:cxn modelId="{BEAF26C8-9578-42EE-9763-36575C9311BB}" type="presOf" srcId="{1AEE7190-DD8A-4D1B-B54C-CFBAEAA96DD8}" destId="{C8EFF46B-4F23-4576-867A-D1EF45842390}" srcOrd="0" destOrd="1" presId="urn:microsoft.com/office/officeart/2005/8/layout/list1"/>
    <dgm:cxn modelId="{2B9118D3-6B24-4CD2-9B1C-10A13C5576F0}" type="presOf" srcId="{C4832B61-E0C0-484B-AC63-68E2B967B717}" destId="{C8EFF46B-4F23-4576-867A-D1EF45842390}" srcOrd="0" destOrd="0" presId="urn:microsoft.com/office/officeart/2005/8/layout/list1"/>
    <dgm:cxn modelId="{6FD312D4-FCB6-49E5-82EC-627CD7800E05}" type="presOf" srcId="{CD0CBE3A-450F-4ADB-B756-513436CE4013}" destId="{214E61FE-F7A9-46C0-8858-C2F99DAC8371}" srcOrd="0" destOrd="0" presId="urn:microsoft.com/office/officeart/2005/8/layout/list1"/>
    <dgm:cxn modelId="{B8FC92D4-95A5-4BB1-94DB-C1663300330A}" srcId="{B6461904-F985-4979-A810-9A2C2E2B0AB6}" destId="{18FBF376-455F-44B0-B053-77B94183619B}" srcOrd="0" destOrd="0" parTransId="{A387848A-A9ED-4F43-BD16-0CDF40473545}" sibTransId="{B907867F-CE69-40C5-95B3-08D08447F760}"/>
    <dgm:cxn modelId="{50D3F2DD-5AE6-49C2-B88A-1F646584E2C1}" srcId="{2C3EA5B9-6A21-40FF-8BDB-08E0D48A1ACF}" destId="{CD0CBE3A-450F-4ADB-B756-513436CE4013}" srcOrd="0" destOrd="0" parTransId="{2EB0C2ED-0919-4D0C-A84C-F04FEE5C2D13}" sibTransId="{B11CD662-9C72-40F1-9A08-63C15B18C550}"/>
    <dgm:cxn modelId="{B98F3EDF-2DB9-4D15-A325-06A2EDBA9D89}" type="presOf" srcId="{B6461904-F985-4979-A810-9A2C2E2B0AB6}" destId="{206C8679-39D6-44A2-92F5-EA3E75E69A28}" srcOrd="0" destOrd="0" presId="urn:microsoft.com/office/officeart/2005/8/layout/list1"/>
    <dgm:cxn modelId="{69AF4CE7-A7A3-4FED-A60B-2E2D5F2E9669}" type="presOf" srcId="{C1041449-79E6-499F-B866-481AF4D8DEDC}" destId="{9842FEB5-EBA6-49C2-A1CE-50FADAE0963A}" srcOrd="0" destOrd="1" presId="urn:microsoft.com/office/officeart/2005/8/layout/list1"/>
    <dgm:cxn modelId="{DB39A4F2-00F0-47AF-BE72-56EA78A7AB86}" type="presOf" srcId="{B6C7C04B-FA55-428A-AFB9-D5254608D6B0}" destId="{C8EFF46B-4F23-4576-867A-D1EF45842390}" srcOrd="0" destOrd="2" presId="urn:microsoft.com/office/officeart/2005/8/layout/list1"/>
    <dgm:cxn modelId="{03E3AAF7-826D-463F-B5E7-7AA5B571D20A}" srcId="{0D886B5C-4572-4737-ACF6-1C0C54D5E941}" destId="{B6461904-F985-4979-A810-9A2C2E2B0AB6}" srcOrd="0" destOrd="0" parTransId="{25295E82-829B-4E73-A381-D1A930CAC676}" sibTransId="{C6E2B9AC-6D4A-4373-BA6D-B78F5A9A44C7}"/>
    <dgm:cxn modelId="{5B67E5F9-F45D-4A39-8DD4-54827E0FB211}" type="presOf" srcId="{AEF3B255-EA67-48B3-A9C2-C62E71843D5E}" destId="{9842FEB5-EBA6-49C2-A1CE-50FADAE0963A}" srcOrd="0" destOrd="0" presId="urn:microsoft.com/office/officeart/2005/8/layout/list1"/>
    <dgm:cxn modelId="{F5C105FA-B799-42ED-A51E-BC549BC92A7C}" srcId="{AEF3B255-EA67-48B3-A9C2-C62E71843D5E}" destId="{C1041449-79E6-499F-B866-481AF4D8DEDC}" srcOrd="0" destOrd="0" parTransId="{DBDAF16B-BD1E-4D8E-9A21-4D626881C6AC}" sibTransId="{98C7E2AB-BF56-4E92-A088-312FA3087264}"/>
    <dgm:cxn modelId="{48E938FB-220F-4F5A-827D-EB648AA5CC61}" type="presOf" srcId="{0D886B5C-4572-4737-ACF6-1C0C54D5E941}" destId="{D6E2F7F5-113B-41BD-A793-3DE43FD4A250}" srcOrd="1" destOrd="0" presId="urn:microsoft.com/office/officeart/2005/8/layout/list1"/>
    <dgm:cxn modelId="{006F88FE-2743-4861-B8B4-48D3FAF863E1}" srcId="{0B5EFA23-4B24-4C03-974F-8BBA836588A2}" destId="{AEF3B255-EA67-48B3-A9C2-C62E71843D5E}" srcOrd="0" destOrd="0" parTransId="{8D7EA3BE-F461-4E46-BD33-0C529DA3B257}" sibTransId="{DEBEEAFA-5078-4E72-AD3F-9D9C184A7582}"/>
    <dgm:cxn modelId="{6F4004A4-E3E8-4335-B5B1-ACEE1F4E3A1B}" type="presParOf" srcId="{990C4119-B0C1-4742-8BE7-ECC58A0665AA}" destId="{3403E99B-623B-4C5F-9A60-2D97D7432DE1}" srcOrd="0" destOrd="0" presId="urn:microsoft.com/office/officeart/2005/8/layout/list1"/>
    <dgm:cxn modelId="{CD6F501E-CFA0-4BE8-95EE-36CB3C8D8488}" type="presParOf" srcId="{3403E99B-623B-4C5F-9A60-2D97D7432DE1}" destId="{214E61FE-F7A9-46C0-8858-C2F99DAC8371}" srcOrd="0" destOrd="0" presId="urn:microsoft.com/office/officeart/2005/8/layout/list1"/>
    <dgm:cxn modelId="{C5CCB7BA-AAA7-4275-8425-322C632AAE2A}" type="presParOf" srcId="{3403E99B-623B-4C5F-9A60-2D97D7432DE1}" destId="{6106AE32-792D-4332-97C1-FE2FFC6EAEA6}" srcOrd="1" destOrd="0" presId="urn:microsoft.com/office/officeart/2005/8/layout/list1"/>
    <dgm:cxn modelId="{E92F54BC-0A31-4ECB-AFCD-3E32080082FD}" type="presParOf" srcId="{990C4119-B0C1-4742-8BE7-ECC58A0665AA}" destId="{329DEEC3-FB78-4AF7-B71F-E5C4429B9598}" srcOrd="1" destOrd="0" presId="urn:microsoft.com/office/officeart/2005/8/layout/list1"/>
    <dgm:cxn modelId="{85157A96-6468-458C-A490-3454B959066B}" type="presParOf" srcId="{990C4119-B0C1-4742-8BE7-ECC58A0665AA}" destId="{C8EFF46B-4F23-4576-867A-D1EF45842390}" srcOrd="2" destOrd="0" presId="urn:microsoft.com/office/officeart/2005/8/layout/list1"/>
    <dgm:cxn modelId="{602080DC-B9A5-49A0-934A-E72597492BBF}" type="presParOf" srcId="{990C4119-B0C1-4742-8BE7-ECC58A0665AA}" destId="{06008A0A-0799-49C5-B112-736482A072DB}" srcOrd="3" destOrd="0" presId="urn:microsoft.com/office/officeart/2005/8/layout/list1"/>
    <dgm:cxn modelId="{92FCFF68-A82D-41A5-A44D-FC743477BE71}" type="presParOf" srcId="{990C4119-B0C1-4742-8BE7-ECC58A0665AA}" destId="{DA8EB86D-7363-43D0-BB2C-7C0A6A1D21F6}" srcOrd="4" destOrd="0" presId="urn:microsoft.com/office/officeart/2005/8/layout/list1"/>
    <dgm:cxn modelId="{CECF1E3F-4191-40FF-BA1D-A64D007C4E1D}" type="presParOf" srcId="{DA8EB86D-7363-43D0-BB2C-7C0A6A1D21F6}" destId="{75CD5573-65B5-4CE2-8AA2-7864DFA7A118}" srcOrd="0" destOrd="0" presId="urn:microsoft.com/office/officeart/2005/8/layout/list1"/>
    <dgm:cxn modelId="{EFF3E149-2130-4A4B-9396-0C675776801F}" type="presParOf" srcId="{DA8EB86D-7363-43D0-BB2C-7C0A6A1D21F6}" destId="{D6E2F7F5-113B-41BD-A793-3DE43FD4A250}" srcOrd="1" destOrd="0" presId="urn:microsoft.com/office/officeart/2005/8/layout/list1"/>
    <dgm:cxn modelId="{3AA8076F-EA36-47D8-89C4-991AA732E994}" type="presParOf" srcId="{990C4119-B0C1-4742-8BE7-ECC58A0665AA}" destId="{24DFC745-15E7-469D-B18B-4D45E74E1BF3}" srcOrd="5" destOrd="0" presId="urn:microsoft.com/office/officeart/2005/8/layout/list1"/>
    <dgm:cxn modelId="{D3DDC7E3-3725-470D-B31F-25558DDC4F90}" type="presParOf" srcId="{990C4119-B0C1-4742-8BE7-ECC58A0665AA}" destId="{206C8679-39D6-44A2-92F5-EA3E75E69A28}" srcOrd="6" destOrd="0" presId="urn:microsoft.com/office/officeart/2005/8/layout/list1"/>
    <dgm:cxn modelId="{420844E9-910F-4583-8672-94491F1C1911}" type="presParOf" srcId="{990C4119-B0C1-4742-8BE7-ECC58A0665AA}" destId="{93170A8E-A438-469E-A2E6-DFF97745FDF3}" srcOrd="7" destOrd="0" presId="urn:microsoft.com/office/officeart/2005/8/layout/list1"/>
    <dgm:cxn modelId="{0D6F471D-B57A-4F0B-A144-D93B6E167E47}" type="presParOf" srcId="{990C4119-B0C1-4742-8BE7-ECC58A0665AA}" destId="{9CB2FAF9-0D64-4C49-BC26-F562DBEC8FE6}" srcOrd="8" destOrd="0" presId="urn:microsoft.com/office/officeart/2005/8/layout/list1"/>
    <dgm:cxn modelId="{0A7E7CDF-F568-4658-B95D-2F36092747D1}" type="presParOf" srcId="{9CB2FAF9-0D64-4C49-BC26-F562DBEC8FE6}" destId="{D669B864-3CAF-4864-ADB8-BEC47D8EB15E}" srcOrd="0" destOrd="0" presId="urn:microsoft.com/office/officeart/2005/8/layout/list1"/>
    <dgm:cxn modelId="{D452A415-537F-4800-864B-3802EF4A1350}" type="presParOf" srcId="{9CB2FAF9-0D64-4C49-BC26-F562DBEC8FE6}" destId="{76BDA3C7-3BF6-4B6A-9BBC-771943DF6AE9}" srcOrd="1" destOrd="0" presId="urn:microsoft.com/office/officeart/2005/8/layout/list1"/>
    <dgm:cxn modelId="{579EDEC0-C77D-4798-B35D-6A4A1779CD00}" type="presParOf" srcId="{990C4119-B0C1-4742-8BE7-ECC58A0665AA}" destId="{E7226A90-6B9F-4588-9CEF-846E17C71F2D}" srcOrd="9" destOrd="0" presId="urn:microsoft.com/office/officeart/2005/8/layout/list1"/>
    <dgm:cxn modelId="{17B07B5B-B9F8-4FB2-9FD7-73CBD0804483}" type="presParOf" srcId="{990C4119-B0C1-4742-8BE7-ECC58A0665AA}" destId="{9842FEB5-EBA6-49C2-A1CE-50FADAE0963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3537D87-CE7F-45F6-849B-B4E2E7BF30C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97295BD-945B-4D16-8054-59B2AC8360CE}">
      <dgm:prSet/>
      <dgm:spPr/>
      <dgm:t>
        <a:bodyPr/>
        <a:lstStyle/>
        <a:p>
          <a:r>
            <a:rPr lang="en-US"/>
            <a:t>ai_lock</a:t>
          </a:r>
        </a:p>
      </dgm:t>
    </dgm:pt>
    <dgm:pt modelId="{4A174EEF-64EF-4D26-8DC5-6580F771C7BD}" type="parTrans" cxnId="{A5760380-CA92-4160-907A-95D9D074B1E0}">
      <dgm:prSet/>
      <dgm:spPr/>
      <dgm:t>
        <a:bodyPr/>
        <a:lstStyle/>
        <a:p>
          <a:endParaRPr lang="en-US"/>
        </a:p>
      </dgm:t>
    </dgm:pt>
    <dgm:pt modelId="{8510B62C-DF68-42D8-A144-F1EE2628ED3F}" type="sibTrans" cxnId="{A5760380-CA92-4160-907A-95D9D074B1E0}">
      <dgm:prSet/>
      <dgm:spPr/>
      <dgm:t>
        <a:bodyPr/>
        <a:lstStyle/>
        <a:p>
          <a:endParaRPr lang="en-US"/>
        </a:p>
      </dgm:t>
    </dgm:pt>
    <dgm:pt modelId="{442FC313-47FB-4C93-8243-F93257AC7C04}">
      <dgm:prSet/>
      <dgm:spPr/>
      <dgm:t>
        <a:bodyPr/>
        <a:lstStyle/>
        <a:p>
          <a:r>
            <a:rPr lang="en-US"/>
            <a:t>ai_generation</a:t>
          </a:r>
        </a:p>
      </dgm:t>
    </dgm:pt>
    <dgm:pt modelId="{FAA71639-01D0-4679-8C9A-8A5660FD83C1}" type="parTrans" cxnId="{7F47F102-84CC-4EFB-8E96-1974E955CD2C}">
      <dgm:prSet/>
      <dgm:spPr/>
      <dgm:t>
        <a:bodyPr/>
        <a:lstStyle/>
        <a:p>
          <a:endParaRPr lang="en-US"/>
        </a:p>
      </dgm:t>
    </dgm:pt>
    <dgm:pt modelId="{4EC7070B-9A64-45E6-ACAF-2686A858DE4E}" type="sibTrans" cxnId="{7F47F102-84CC-4EFB-8E96-1974E955CD2C}">
      <dgm:prSet/>
      <dgm:spPr/>
      <dgm:t>
        <a:bodyPr/>
        <a:lstStyle/>
        <a:p>
          <a:endParaRPr lang="en-US"/>
        </a:p>
      </dgm:t>
    </dgm:pt>
    <dgm:pt modelId="{AC99F255-D44D-47C8-BDFA-ECBE2D827F7F}" type="pres">
      <dgm:prSet presAssocID="{C3537D87-CE7F-45F6-849B-B4E2E7BF30CB}" presName="root" presStyleCnt="0">
        <dgm:presLayoutVars>
          <dgm:dir/>
          <dgm:resizeHandles val="exact"/>
        </dgm:presLayoutVars>
      </dgm:prSet>
      <dgm:spPr/>
    </dgm:pt>
    <dgm:pt modelId="{D72B25FC-0CF8-43EB-8AAE-8ACAE96653D4}" type="pres">
      <dgm:prSet presAssocID="{A97295BD-945B-4D16-8054-59B2AC8360CE}" presName="compNode" presStyleCnt="0"/>
      <dgm:spPr/>
    </dgm:pt>
    <dgm:pt modelId="{647F5131-B885-4C9C-B0B9-5D537383C17E}" type="pres">
      <dgm:prSet presAssocID="{A97295BD-945B-4D16-8054-59B2AC8360C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EEA757-8574-4979-99B8-C695CC25F123}" type="pres">
      <dgm:prSet presAssocID="{A97295BD-945B-4D16-8054-59B2AC8360CE}" presName="spaceRect" presStyleCnt="0"/>
      <dgm:spPr/>
    </dgm:pt>
    <dgm:pt modelId="{102F22FD-8914-44DE-9209-4E0DDD0D26BA}" type="pres">
      <dgm:prSet presAssocID="{A97295BD-945B-4D16-8054-59B2AC8360CE}" presName="textRect" presStyleLbl="revTx" presStyleIdx="0" presStyleCnt="2">
        <dgm:presLayoutVars>
          <dgm:chMax val="1"/>
          <dgm:chPref val="1"/>
        </dgm:presLayoutVars>
      </dgm:prSet>
      <dgm:spPr/>
    </dgm:pt>
    <dgm:pt modelId="{14F9F8CD-0AC3-434F-84C3-697BABB1BEC4}" type="pres">
      <dgm:prSet presAssocID="{8510B62C-DF68-42D8-A144-F1EE2628ED3F}" presName="sibTrans" presStyleCnt="0"/>
      <dgm:spPr/>
    </dgm:pt>
    <dgm:pt modelId="{0CD8F193-C55F-44D7-B437-81973D3D4F12}" type="pres">
      <dgm:prSet presAssocID="{442FC313-47FB-4C93-8243-F93257AC7C04}" presName="compNode" presStyleCnt="0"/>
      <dgm:spPr/>
    </dgm:pt>
    <dgm:pt modelId="{9D3EF136-A4BC-4995-9105-2C8671C39E8A}" type="pres">
      <dgm:prSet presAssocID="{442FC313-47FB-4C93-8243-F93257AC7C0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B097AD2-A3C8-4A31-86C4-9BFA414131FC}" type="pres">
      <dgm:prSet presAssocID="{442FC313-47FB-4C93-8243-F93257AC7C04}" presName="spaceRect" presStyleCnt="0"/>
      <dgm:spPr/>
    </dgm:pt>
    <dgm:pt modelId="{B40AFA76-8B88-4B9A-A813-0D37211AA4E1}" type="pres">
      <dgm:prSet presAssocID="{442FC313-47FB-4C93-8243-F93257AC7C0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F47F102-84CC-4EFB-8E96-1974E955CD2C}" srcId="{C3537D87-CE7F-45F6-849B-B4E2E7BF30CB}" destId="{442FC313-47FB-4C93-8243-F93257AC7C04}" srcOrd="1" destOrd="0" parTransId="{FAA71639-01D0-4679-8C9A-8A5660FD83C1}" sibTransId="{4EC7070B-9A64-45E6-ACAF-2686A858DE4E}"/>
    <dgm:cxn modelId="{8CF17B3A-6B89-4CF8-8341-EB2932149CD0}" type="presOf" srcId="{442FC313-47FB-4C93-8243-F93257AC7C04}" destId="{B40AFA76-8B88-4B9A-A813-0D37211AA4E1}" srcOrd="0" destOrd="0" presId="urn:microsoft.com/office/officeart/2018/2/layout/IconLabelList"/>
    <dgm:cxn modelId="{A5760380-CA92-4160-907A-95D9D074B1E0}" srcId="{C3537D87-CE7F-45F6-849B-B4E2E7BF30CB}" destId="{A97295BD-945B-4D16-8054-59B2AC8360CE}" srcOrd="0" destOrd="0" parTransId="{4A174EEF-64EF-4D26-8DC5-6580F771C7BD}" sibTransId="{8510B62C-DF68-42D8-A144-F1EE2628ED3F}"/>
    <dgm:cxn modelId="{AE25CAC4-0771-4FC4-BDEF-BAF5D137172B}" type="presOf" srcId="{A97295BD-945B-4D16-8054-59B2AC8360CE}" destId="{102F22FD-8914-44DE-9209-4E0DDD0D26BA}" srcOrd="0" destOrd="0" presId="urn:microsoft.com/office/officeart/2018/2/layout/IconLabelList"/>
    <dgm:cxn modelId="{01C499D6-AF7E-42C0-B6B2-D200F5CDF008}" type="presOf" srcId="{C3537D87-CE7F-45F6-849B-B4E2E7BF30CB}" destId="{AC99F255-D44D-47C8-BDFA-ECBE2D827F7F}" srcOrd="0" destOrd="0" presId="urn:microsoft.com/office/officeart/2018/2/layout/IconLabelList"/>
    <dgm:cxn modelId="{490B0E71-0935-46DD-A524-3557F9250519}" type="presParOf" srcId="{AC99F255-D44D-47C8-BDFA-ECBE2D827F7F}" destId="{D72B25FC-0CF8-43EB-8AAE-8ACAE96653D4}" srcOrd="0" destOrd="0" presId="urn:microsoft.com/office/officeart/2018/2/layout/IconLabelList"/>
    <dgm:cxn modelId="{55825C8D-1F3C-4F1C-BA40-8BA66E9B9E9F}" type="presParOf" srcId="{D72B25FC-0CF8-43EB-8AAE-8ACAE96653D4}" destId="{647F5131-B885-4C9C-B0B9-5D537383C17E}" srcOrd="0" destOrd="0" presId="urn:microsoft.com/office/officeart/2018/2/layout/IconLabelList"/>
    <dgm:cxn modelId="{0972D49D-203A-4591-BD4E-F676A36C7388}" type="presParOf" srcId="{D72B25FC-0CF8-43EB-8AAE-8ACAE96653D4}" destId="{09EEA757-8574-4979-99B8-C695CC25F123}" srcOrd="1" destOrd="0" presId="urn:microsoft.com/office/officeart/2018/2/layout/IconLabelList"/>
    <dgm:cxn modelId="{85471FC0-4550-44B2-99AE-0A2A1F0230D7}" type="presParOf" srcId="{D72B25FC-0CF8-43EB-8AAE-8ACAE96653D4}" destId="{102F22FD-8914-44DE-9209-4E0DDD0D26BA}" srcOrd="2" destOrd="0" presId="urn:microsoft.com/office/officeart/2018/2/layout/IconLabelList"/>
    <dgm:cxn modelId="{BB08B718-3020-4865-ADFA-973E72FA542E}" type="presParOf" srcId="{AC99F255-D44D-47C8-BDFA-ECBE2D827F7F}" destId="{14F9F8CD-0AC3-434F-84C3-697BABB1BEC4}" srcOrd="1" destOrd="0" presId="urn:microsoft.com/office/officeart/2018/2/layout/IconLabelList"/>
    <dgm:cxn modelId="{A5CB163D-B0C4-4C17-A683-C0EA22DE2D6F}" type="presParOf" srcId="{AC99F255-D44D-47C8-BDFA-ECBE2D827F7F}" destId="{0CD8F193-C55F-44D7-B437-81973D3D4F12}" srcOrd="2" destOrd="0" presId="urn:microsoft.com/office/officeart/2018/2/layout/IconLabelList"/>
    <dgm:cxn modelId="{FED58A49-CE18-4E52-8311-A1231548B14B}" type="presParOf" srcId="{0CD8F193-C55F-44D7-B437-81973D3D4F12}" destId="{9D3EF136-A4BC-4995-9105-2C8671C39E8A}" srcOrd="0" destOrd="0" presId="urn:microsoft.com/office/officeart/2018/2/layout/IconLabelList"/>
    <dgm:cxn modelId="{11E3FDA9-D871-4E69-996C-EE17BED56232}" type="presParOf" srcId="{0CD8F193-C55F-44D7-B437-81973D3D4F12}" destId="{7B097AD2-A3C8-4A31-86C4-9BFA414131FC}" srcOrd="1" destOrd="0" presId="urn:microsoft.com/office/officeart/2018/2/layout/IconLabelList"/>
    <dgm:cxn modelId="{F49EEEA9-6BC6-47E0-9CB5-DF7A726C498E}" type="presParOf" srcId="{0CD8F193-C55F-44D7-B437-81973D3D4F12}" destId="{B40AFA76-8B88-4B9A-A813-0D37211AA4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640D91F-730A-45F8-85EC-566A5ED3DB0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AEFCA6-8E3C-40BE-BC6A-F170D58158F3}">
      <dgm:prSet/>
      <dgm:spPr/>
      <dgm:t>
        <a:bodyPr/>
        <a:lstStyle/>
        <a:p>
          <a:r>
            <a:rPr lang="en-US"/>
            <a:t>Trong kiến trúc AI, đối tượng board là một tài nguyên dung chung</a:t>
          </a:r>
        </a:p>
      </dgm:t>
    </dgm:pt>
    <dgm:pt modelId="{6A44F767-DE7D-434A-ACD1-261922DE7E83}" type="parTrans" cxnId="{B98016A0-8CFD-4B61-9924-9F82CEC56FC1}">
      <dgm:prSet/>
      <dgm:spPr/>
      <dgm:t>
        <a:bodyPr/>
        <a:lstStyle/>
        <a:p>
          <a:endParaRPr lang="en-US"/>
        </a:p>
      </dgm:t>
    </dgm:pt>
    <dgm:pt modelId="{226A30AE-86A1-4CB5-BF57-98B4721A832D}" type="sibTrans" cxnId="{B98016A0-8CFD-4B61-9924-9F82CEC56FC1}">
      <dgm:prSet/>
      <dgm:spPr/>
      <dgm:t>
        <a:bodyPr/>
        <a:lstStyle/>
        <a:p>
          <a:endParaRPr lang="en-US"/>
        </a:p>
      </dgm:t>
    </dgm:pt>
    <dgm:pt modelId="{72FD9B98-8D73-435B-B572-6A4D79C45F63}">
      <dgm:prSet/>
      <dgm:spPr/>
      <dgm:t>
        <a:bodyPr/>
        <a:lstStyle/>
        <a:p>
          <a:r>
            <a:rPr lang="en-US"/>
            <a:t>Khi chạy chương trình, ta có 2 luồng là main thread (điều phối giao diện) và worker thread (tính toán nước đi) cùng sử dụng board</a:t>
          </a:r>
        </a:p>
      </dgm:t>
    </dgm:pt>
    <dgm:pt modelId="{2008EFBB-DA78-4DEE-B24F-3F3E0711F9C0}" type="parTrans" cxnId="{935A399E-E402-4176-894D-3F13AAFF413C}">
      <dgm:prSet/>
      <dgm:spPr/>
      <dgm:t>
        <a:bodyPr/>
        <a:lstStyle/>
        <a:p>
          <a:endParaRPr lang="en-US"/>
        </a:p>
      </dgm:t>
    </dgm:pt>
    <dgm:pt modelId="{A2B155E2-246F-4AE1-B435-B367E727BC5D}" type="sibTrans" cxnId="{935A399E-E402-4176-894D-3F13AAFF413C}">
      <dgm:prSet/>
      <dgm:spPr/>
      <dgm:t>
        <a:bodyPr/>
        <a:lstStyle/>
        <a:p>
          <a:endParaRPr lang="en-US"/>
        </a:p>
      </dgm:t>
    </dgm:pt>
    <dgm:pt modelId="{AF4AF631-0B54-401C-90D9-42496ED87572}">
      <dgm:prSet/>
      <dgm:spPr/>
      <dgm:t>
        <a:bodyPr/>
        <a:lstStyle/>
        <a:p>
          <a:r>
            <a:rPr lang="en-US"/>
            <a:t>ai_lock đóng vai trò là một khóa, giúp phòng chống race condition</a:t>
          </a:r>
        </a:p>
      </dgm:t>
    </dgm:pt>
    <dgm:pt modelId="{6BBB5147-B593-47FC-87EB-9C18061AF9AF}" type="parTrans" cxnId="{7F7C11D7-A5FF-4D1B-92C7-FB88A5465D52}">
      <dgm:prSet/>
      <dgm:spPr/>
      <dgm:t>
        <a:bodyPr/>
        <a:lstStyle/>
        <a:p>
          <a:endParaRPr lang="en-US"/>
        </a:p>
      </dgm:t>
    </dgm:pt>
    <dgm:pt modelId="{69F8D8DD-8C82-4A14-8224-AF2AA24E4083}" type="sibTrans" cxnId="{7F7C11D7-A5FF-4D1B-92C7-FB88A5465D52}">
      <dgm:prSet/>
      <dgm:spPr/>
      <dgm:t>
        <a:bodyPr/>
        <a:lstStyle/>
        <a:p>
          <a:endParaRPr lang="en-US"/>
        </a:p>
      </dgm:t>
    </dgm:pt>
    <dgm:pt modelId="{1F8463B9-2CC1-4307-83DD-46A1057CDA76}" type="pres">
      <dgm:prSet presAssocID="{3640D91F-730A-45F8-85EC-566A5ED3DB05}" presName="linear" presStyleCnt="0">
        <dgm:presLayoutVars>
          <dgm:animLvl val="lvl"/>
          <dgm:resizeHandles val="exact"/>
        </dgm:presLayoutVars>
      </dgm:prSet>
      <dgm:spPr/>
    </dgm:pt>
    <dgm:pt modelId="{5CD9D9F2-7F1F-4448-AFA4-A83626C4A60F}" type="pres">
      <dgm:prSet presAssocID="{7CAEFCA6-8E3C-40BE-BC6A-F170D58158F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C57DA2-760F-4901-BF2D-CC26485A20E5}" type="pres">
      <dgm:prSet presAssocID="{226A30AE-86A1-4CB5-BF57-98B4721A832D}" presName="spacer" presStyleCnt="0"/>
      <dgm:spPr/>
    </dgm:pt>
    <dgm:pt modelId="{C383803F-07D4-4CEE-8592-7079200EF9F4}" type="pres">
      <dgm:prSet presAssocID="{72FD9B98-8D73-435B-B572-6A4D79C45F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E15EEA9-0C0A-42A7-BD9A-C9FEA1B329C1}" type="pres">
      <dgm:prSet presAssocID="{A2B155E2-246F-4AE1-B435-B367E727BC5D}" presName="spacer" presStyleCnt="0"/>
      <dgm:spPr/>
    </dgm:pt>
    <dgm:pt modelId="{5FC8246E-4B88-47B4-865E-3F2A18A6CFF0}" type="pres">
      <dgm:prSet presAssocID="{AF4AF631-0B54-401C-90D9-42496ED8757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B082527-25D7-4E8D-9CD6-A38CAEECD2FE}" type="presOf" srcId="{7CAEFCA6-8E3C-40BE-BC6A-F170D58158F3}" destId="{5CD9D9F2-7F1F-4448-AFA4-A83626C4A60F}" srcOrd="0" destOrd="0" presId="urn:microsoft.com/office/officeart/2005/8/layout/vList2"/>
    <dgm:cxn modelId="{7671C347-3FF6-4BEC-8552-C2E628AB6C77}" type="presOf" srcId="{AF4AF631-0B54-401C-90D9-42496ED87572}" destId="{5FC8246E-4B88-47B4-865E-3F2A18A6CFF0}" srcOrd="0" destOrd="0" presId="urn:microsoft.com/office/officeart/2005/8/layout/vList2"/>
    <dgm:cxn modelId="{4483C66C-EAA9-470E-941B-B8630DD5FEC6}" type="presOf" srcId="{72FD9B98-8D73-435B-B572-6A4D79C45F63}" destId="{C383803F-07D4-4CEE-8592-7079200EF9F4}" srcOrd="0" destOrd="0" presId="urn:microsoft.com/office/officeart/2005/8/layout/vList2"/>
    <dgm:cxn modelId="{2EEB7578-4406-4232-8267-EF68BC9E8202}" type="presOf" srcId="{3640D91F-730A-45F8-85EC-566A5ED3DB05}" destId="{1F8463B9-2CC1-4307-83DD-46A1057CDA76}" srcOrd="0" destOrd="0" presId="urn:microsoft.com/office/officeart/2005/8/layout/vList2"/>
    <dgm:cxn modelId="{935A399E-E402-4176-894D-3F13AAFF413C}" srcId="{3640D91F-730A-45F8-85EC-566A5ED3DB05}" destId="{72FD9B98-8D73-435B-B572-6A4D79C45F63}" srcOrd="1" destOrd="0" parTransId="{2008EFBB-DA78-4DEE-B24F-3F3E0711F9C0}" sibTransId="{A2B155E2-246F-4AE1-B435-B367E727BC5D}"/>
    <dgm:cxn modelId="{B98016A0-8CFD-4B61-9924-9F82CEC56FC1}" srcId="{3640D91F-730A-45F8-85EC-566A5ED3DB05}" destId="{7CAEFCA6-8E3C-40BE-BC6A-F170D58158F3}" srcOrd="0" destOrd="0" parTransId="{6A44F767-DE7D-434A-ACD1-261922DE7E83}" sibTransId="{226A30AE-86A1-4CB5-BF57-98B4721A832D}"/>
    <dgm:cxn modelId="{7F7C11D7-A5FF-4D1B-92C7-FB88A5465D52}" srcId="{3640D91F-730A-45F8-85EC-566A5ED3DB05}" destId="{AF4AF631-0B54-401C-90D9-42496ED87572}" srcOrd="2" destOrd="0" parTransId="{6BBB5147-B593-47FC-87EB-9C18061AF9AF}" sibTransId="{69F8D8DD-8C82-4A14-8224-AF2AA24E4083}"/>
    <dgm:cxn modelId="{51157687-6BC0-4727-8DD9-6C761F700D3D}" type="presParOf" srcId="{1F8463B9-2CC1-4307-83DD-46A1057CDA76}" destId="{5CD9D9F2-7F1F-4448-AFA4-A83626C4A60F}" srcOrd="0" destOrd="0" presId="urn:microsoft.com/office/officeart/2005/8/layout/vList2"/>
    <dgm:cxn modelId="{511BF6E3-799C-4210-9A5B-76DFB72E65E0}" type="presParOf" srcId="{1F8463B9-2CC1-4307-83DD-46A1057CDA76}" destId="{E6C57DA2-760F-4901-BF2D-CC26485A20E5}" srcOrd="1" destOrd="0" presId="urn:microsoft.com/office/officeart/2005/8/layout/vList2"/>
    <dgm:cxn modelId="{C67A3740-52D9-4274-BC57-8BE2B732CC97}" type="presParOf" srcId="{1F8463B9-2CC1-4307-83DD-46A1057CDA76}" destId="{C383803F-07D4-4CEE-8592-7079200EF9F4}" srcOrd="2" destOrd="0" presId="urn:microsoft.com/office/officeart/2005/8/layout/vList2"/>
    <dgm:cxn modelId="{80412ED6-67B5-4FE1-BE6C-FBC4A164E88C}" type="presParOf" srcId="{1F8463B9-2CC1-4307-83DD-46A1057CDA76}" destId="{3E15EEA9-0C0A-42A7-BD9A-C9FEA1B329C1}" srcOrd="3" destOrd="0" presId="urn:microsoft.com/office/officeart/2005/8/layout/vList2"/>
    <dgm:cxn modelId="{A50F3925-50F0-4A0E-A96E-E3892F2E9A09}" type="presParOf" srcId="{1F8463B9-2CC1-4307-83DD-46A1057CDA76}" destId="{5FC8246E-4B88-47B4-865E-3F2A18A6CFF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2821997-77B2-468A-A396-D41588D18D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AD8D7C-8F3B-438C-A254-6CE34A5DAC80}">
      <dgm:prSet/>
      <dgm:spPr/>
      <dgm:t>
        <a:bodyPr/>
        <a:lstStyle/>
        <a:p>
          <a:r>
            <a:rPr lang="en-US"/>
            <a:t>ai_generation là một số nguyên tăng dần</a:t>
          </a:r>
        </a:p>
      </dgm:t>
    </dgm:pt>
    <dgm:pt modelId="{12646E36-4A35-4CB9-876D-C872ABB6DCC8}" type="parTrans" cxnId="{BBC51B7F-783C-41E0-AB23-11F8F07AAA0D}">
      <dgm:prSet/>
      <dgm:spPr/>
      <dgm:t>
        <a:bodyPr/>
        <a:lstStyle/>
        <a:p>
          <a:endParaRPr lang="en-US"/>
        </a:p>
      </dgm:t>
    </dgm:pt>
    <dgm:pt modelId="{D6B9C835-3506-4196-84EF-8ACA4762830D}" type="sibTrans" cxnId="{BBC51B7F-783C-41E0-AB23-11F8F07AAA0D}">
      <dgm:prSet/>
      <dgm:spPr/>
      <dgm:t>
        <a:bodyPr/>
        <a:lstStyle/>
        <a:p>
          <a:endParaRPr lang="en-US"/>
        </a:p>
      </dgm:t>
    </dgm:pt>
    <dgm:pt modelId="{637ED757-3526-4B7C-B6E3-2AA8DCAFBE79}">
      <dgm:prSet/>
      <dgm:spPr/>
      <dgm:t>
        <a:bodyPr/>
        <a:lstStyle/>
        <a:p>
          <a:r>
            <a:rPr lang="en-US"/>
            <a:t>Mỗi khi ván cờ reset hoặc trạng thái thay đổi lớn, ta tăng ai_generation++</a:t>
          </a:r>
        </a:p>
      </dgm:t>
    </dgm:pt>
    <dgm:pt modelId="{B20E36D6-F158-4D48-8FF1-6F605823FE8E}" type="parTrans" cxnId="{F44DAECC-F756-4C9A-9D88-8AF57D24A4EB}">
      <dgm:prSet/>
      <dgm:spPr/>
      <dgm:t>
        <a:bodyPr/>
        <a:lstStyle/>
        <a:p>
          <a:endParaRPr lang="en-US"/>
        </a:p>
      </dgm:t>
    </dgm:pt>
    <dgm:pt modelId="{48EAD43B-7B03-47D6-9465-FE8A56B1C368}" type="sibTrans" cxnId="{F44DAECC-F756-4C9A-9D88-8AF57D24A4EB}">
      <dgm:prSet/>
      <dgm:spPr/>
      <dgm:t>
        <a:bodyPr/>
        <a:lstStyle/>
        <a:p>
          <a:endParaRPr lang="en-US"/>
        </a:p>
      </dgm:t>
    </dgm:pt>
    <dgm:pt modelId="{3D758F64-CC17-486E-B12A-A395F66FE464}">
      <dgm:prSet/>
      <dgm:spPr/>
      <dgm:t>
        <a:bodyPr/>
        <a:lstStyle/>
        <a:p>
          <a:r>
            <a:rPr lang="en-US"/>
            <a:t>Khi Thread AI bắt đầu, nó sẽ chụp lại giá trị generation = self.ai_generation</a:t>
          </a:r>
        </a:p>
      </dgm:t>
    </dgm:pt>
    <dgm:pt modelId="{3366C551-C5DB-46E3-BDBB-BAF185E2BFD6}" type="parTrans" cxnId="{D08BDFC3-B1B7-4FDA-A0AF-35E2F5928C7D}">
      <dgm:prSet/>
      <dgm:spPr/>
      <dgm:t>
        <a:bodyPr/>
        <a:lstStyle/>
        <a:p>
          <a:endParaRPr lang="en-US"/>
        </a:p>
      </dgm:t>
    </dgm:pt>
    <dgm:pt modelId="{B4E5C517-37EC-410C-956E-121338C6A201}" type="sibTrans" cxnId="{D08BDFC3-B1B7-4FDA-A0AF-35E2F5928C7D}">
      <dgm:prSet/>
      <dgm:spPr/>
      <dgm:t>
        <a:bodyPr/>
        <a:lstStyle/>
        <a:p>
          <a:endParaRPr lang="en-US"/>
        </a:p>
      </dgm:t>
    </dgm:pt>
    <dgm:pt modelId="{8F1356CD-1738-4F7C-A870-C0CEB2FF705A}">
      <dgm:prSet/>
      <dgm:spPr/>
      <dgm:t>
        <a:bodyPr/>
        <a:lstStyle/>
        <a:p>
          <a:r>
            <a:rPr lang="vi-VN"/>
            <a:t>Khi AI tính xong, trước khi ghi dữ liệu</a:t>
          </a:r>
          <a:r>
            <a:rPr lang="en-US"/>
            <a:t>, nó so sánh gen hiện tại với generation của hệ thống</a:t>
          </a:r>
        </a:p>
      </dgm:t>
    </dgm:pt>
    <dgm:pt modelId="{584254F7-1814-44EE-88AB-EF92E2018FE4}" type="parTrans" cxnId="{85A77724-D5DF-4B01-A8D8-F23C41631C77}">
      <dgm:prSet/>
      <dgm:spPr/>
      <dgm:t>
        <a:bodyPr/>
        <a:lstStyle/>
        <a:p>
          <a:endParaRPr lang="en-US"/>
        </a:p>
      </dgm:t>
    </dgm:pt>
    <dgm:pt modelId="{040DEC68-9E68-4490-9697-47050CBBC88A}" type="sibTrans" cxnId="{85A77724-D5DF-4B01-A8D8-F23C41631C77}">
      <dgm:prSet/>
      <dgm:spPr/>
      <dgm:t>
        <a:bodyPr/>
        <a:lstStyle/>
        <a:p>
          <a:endParaRPr lang="en-US"/>
        </a:p>
      </dgm:t>
    </dgm:pt>
    <dgm:pt modelId="{6DF4731B-623F-4617-87FB-DD379613BF59}" type="pres">
      <dgm:prSet presAssocID="{F2821997-77B2-468A-A396-D41588D18D96}" presName="linear" presStyleCnt="0">
        <dgm:presLayoutVars>
          <dgm:animLvl val="lvl"/>
          <dgm:resizeHandles val="exact"/>
        </dgm:presLayoutVars>
      </dgm:prSet>
      <dgm:spPr/>
    </dgm:pt>
    <dgm:pt modelId="{663364FC-09FE-421D-A690-061418FB2F83}" type="pres">
      <dgm:prSet presAssocID="{01AD8D7C-8F3B-438C-A254-6CE34A5DAC8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AAC018-F2C4-42B5-9215-C19469264940}" type="pres">
      <dgm:prSet presAssocID="{D6B9C835-3506-4196-84EF-8ACA4762830D}" presName="spacer" presStyleCnt="0"/>
      <dgm:spPr/>
    </dgm:pt>
    <dgm:pt modelId="{AFB53178-7D2E-4E01-A8ED-C80D1A7794AC}" type="pres">
      <dgm:prSet presAssocID="{637ED757-3526-4B7C-B6E3-2AA8DCAFBE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F6D5B8-DBCD-497E-B66D-16A8842BBA6D}" type="pres">
      <dgm:prSet presAssocID="{48EAD43B-7B03-47D6-9465-FE8A56B1C368}" presName="spacer" presStyleCnt="0"/>
      <dgm:spPr/>
    </dgm:pt>
    <dgm:pt modelId="{DEA4B74E-2604-4FA0-B4B1-FA97311019B1}" type="pres">
      <dgm:prSet presAssocID="{3D758F64-CC17-486E-B12A-A395F66FE4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1D3E9D-BCEA-4C32-AC80-9D967AB4785C}" type="pres">
      <dgm:prSet presAssocID="{B4E5C517-37EC-410C-956E-121338C6A201}" presName="spacer" presStyleCnt="0"/>
      <dgm:spPr/>
    </dgm:pt>
    <dgm:pt modelId="{1B048F7E-CC5F-4B61-8C31-F50C11477F7E}" type="pres">
      <dgm:prSet presAssocID="{8F1356CD-1738-4F7C-A870-C0CEB2FF70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A7B122-2972-405F-9FB5-2530BFF1E609}" type="presOf" srcId="{3D758F64-CC17-486E-B12A-A395F66FE464}" destId="{DEA4B74E-2604-4FA0-B4B1-FA97311019B1}" srcOrd="0" destOrd="0" presId="urn:microsoft.com/office/officeart/2005/8/layout/vList2"/>
    <dgm:cxn modelId="{85A77724-D5DF-4B01-A8D8-F23C41631C77}" srcId="{F2821997-77B2-468A-A396-D41588D18D96}" destId="{8F1356CD-1738-4F7C-A870-C0CEB2FF705A}" srcOrd="3" destOrd="0" parTransId="{584254F7-1814-44EE-88AB-EF92E2018FE4}" sibTransId="{040DEC68-9E68-4490-9697-47050CBBC88A}"/>
    <dgm:cxn modelId="{5EC38425-74E5-4CBA-B483-3408F8027D22}" type="presOf" srcId="{637ED757-3526-4B7C-B6E3-2AA8DCAFBE79}" destId="{AFB53178-7D2E-4E01-A8ED-C80D1A7794AC}" srcOrd="0" destOrd="0" presId="urn:microsoft.com/office/officeart/2005/8/layout/vList2"/>
    <dgm:cxn modelId="{02342B29-8926-4062-B69E-70D4B3F2FB01}" type="presOf" srcId="{01AD8D7C-8F3B-438C-A254-6CE34A5DAC80}" destId="{663364FC-09FE-421D-A690-061418FB2F83}" srcOrd="0" destOrd="0" presId="urn:microsoft.com/office/officeart/2005/8/layout/vList2"/>
    <dgm:cxn modelId="{76C2C86B-3038-4689-85EF-43BCD4C0799E}" type="presOf" srcId="{8F1356CD-1738-4F7C-A870-C0CEB2FF705A}" destId="{1B048F7E-CC5F-4B61-8C31-F50C11477F7E}" srcOrd="0" destOrd="0" presId="urn:microsoft.com/office/officeart/2005/8/layout/vList2"/>
    <dgm:cxn modelId="{BBC51B7F-783C-41E0-AB23-11F8F07AAA0D}" srcId="{F2821997-77B2-468A-A396-D41588D18D96}" destId="{01AD8D7C-8F3B-438C-A254-6CE34A5DAC80}" srcOrd="0" destOrd="0" parTransId="{12646E36-4A35-4CB9-876D-C872ABB6DCC8}" sibTransId="{D6B9C835-3506-4196-84EF-8ACA4762830D}"/>
    <dgm:cxn modelId="{D08BDFC3-B1B7-4FDA-A0AF-35E2F5928C7D}" srcId="{F2821997-77B2-468A-A396-D41588D18D96}" destId="{3D758F64-CC17-486E-B12A-A395F66FE464}" srcOrd="2" destOrd="0" parTransId="{3366C551-C5DB-46E3-BDBB-BAF185E2BFD6}" sibTransId="{B4E5C517-37EC-410C-956E-121338C6A201}"/>
    <dgm:cxn modelId="{AD784BC5-A3C5-41AB-9C7B-2A228D93687F}" type="presOf" srcId="{F2821997-77B2-468A-A396-D41588D18D96}" destId="{6DF4731B-623F-4617-87FB-DD379613BF59}" srcOrd="0" destOrd="0" presId="urn:microsoft.com/office/officeart/2005/8/layout/vList2"/>
    <dgm:cxn modelId="{F44DAECC-F756-4C9A-9D88-8AF57D24A4EB}" srcId="{F2821997-77B2-468A-A396-D41588D18D96}" destId="{637ED757-3526-4B7C-B6E3-2AA8DCAFBE79}" srcOrd="1" destOrd="0" parTransId="{B20E36D6-F158-4D48-8FF1-6F605823FE8E}" sibTransId="{48EAD43B-7B03-47D6-9465-FE8A56B1C368}"/>
    <dgm:cxn modelId="{3B11F109-10DE-4BE9-8F49-DBA23D593D8F}" type="presParOf" srcId="{6DF4731B-623F-4617-87FB-DD379613BF59}" destId="{663364FC-09FE-421D-A690-061418FB2F83}" srcOrd="0" destOrd="0" presId="urn:microsoft.com/office/officeart/2005/8/layout/vList2"/>
    <dgm:cxn modelId="{A60F82E6-EE50-464F-A398-AC50E857BB0C}" type="presParOf" srcId="{6DF4731B-623F-4617-87FB-DD379613BF59}" destId="{B2AAC018-F2C4-42B5-9215-C19469264940}" srcOrd="1" destOrd="0" presId="urn:microsoft.com/office/officeart/2005/8/layout/vList2"/>
    <dgm:cxn modelId="{83169A65-8B03-41E4-B866-FA28D0B0E104}" type="presParOf" srcId="{6DF4731B-623F-4617-87FB-DD379613BF59}" destId="{AFB53178-7D2E-4E01-A8ED-C80D1A7794AC}" srcOrd="2" destOrd="0" presId="urn:microsoft.com/office/officeart/2005/8/layout/vList2"/>
    <dgm:cxn modelId="{AECF98C7-CDCD-42E8-9016-0FBDEB0DF61B}" type="presParOf" srcId="{6DF4731B-623F-4617-87FB-DD379613BF59}" destId="{32F6D5B8-DBCD-497E-B66D-16A8842BBA6D}" srcOrd="3" destOrd="0" presId="urn:microsoft.com/office/officeart/2005/8/layout/vList2"/>
    <dgm:cxn modelId="{CB079C92-EF9B-4681-9AFD-CE2148CF97F0}" type="presParOf" srcId="{6DF4731B-623F-4617-87FB-DD379613BF59}" destId="{DEA4B74E-2604-4FA0-B4B1-FA97311019B1}" srcOrd="4" destOrd="0" presId="urn:microsoft.com/office/officeart/2005/8/layout/vList2"/>
    <dgm:cxn modelId="{50BA808A-E3E4-4356-9041-CB3CD860BC4A}" type="presParOf" srcId="{6DF4731B-623F-4617-87FB-DD379613BF59}" destId="{3E1D3E9D-BCEA-4C32-AC80-9D967AB4785C}" srcOrd="5" destOrd="0" presId="urn:microsoft.com/office/officeart/2005/8/layout/vList2"/>
    <dgm:cxn modelId="{029E1517-A738-4CB3-9217-A33A1B67EF84}" type="presParOf" srcId="{6DF4731B-623F-4617-87FB-DD379613BF59}" destId="{1B048F7E-CC5F-4B61-8C31-F50C11477F7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51705-6DFA-4714-9CF5-3866D352B533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Kiến trúc hệ thống</a:t>
          </a:r>
        </a:p>
      </dsp:txBody>
      <dsp:txXfrm>
        <a:off x="23773" y="23773"/>
        <a:ext cx="5612256" cy="764123"/>
      </dsp:txXfrm>
    </dsp:sp>
    <dsp:sp modelId="{2F1D1DCB-2727-4521-94C6-21CCE9BE3AF5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Thuật toán tìm nước đi</a:t>
          </a:r>
        </a:p>
      </dsp:txBody>
      <dsp:txXfrm>
        <a:off x="572896" y="983018"/>
        <a:ext cx="5432442" cy="764123"/>
      </dsp:txXfrm>
    </dsp:sp>
    <dsp:sp modelId="{82D8B690-4CBE-4551-9EA9-F0CDE9DC979D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Quá trình vận hành AI</a:t>
          </a:r>
        </a:p>
      </dsp:txBody>
      <dsp:txXfrm>
        <a:off x="1113823" y="1942263"/>
        <a:ext cx="5440638" cy="764123"/>
      </dsp:txXfrm>
    </dsp:sp>
    <dsp:sp modelId="{2E3EEB4C-7A17-43CB-ABB8-1B552CAD8A22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Phòng chống race condition</a:t>
          </a:r>
        </a:p>
      </dsp:txBody>
      <dsp:txXfrm>
        <a:off x="1662947" y="2901508"/>
        <a:ext cx="5432442" cy="764123"/>
      </dsp:txXfrm>
    </dsp:sp>
    <dsp:sp modelId="{3EBD137B-8DAF-484B-90E0-D9D578CDA105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13C4B99C-5306-4C11-BB51-089DFCB60BDC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CCD811FA-C7A3-4DDB-9B93-4FE1749173BB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545F4-F9D1-4DAA-80B9-A7A72AC77900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CF592-9812-4899-A296-4A403E1AB370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9997F-6729-42A0-8B87-D58E44FF8CFB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chess_game.py: giao diện + threading AI</a:t>
          </a:r>
        </a:p>
      </dsp:txBody>
      <dsp:txXfrm>
        <a:off x="1493203" y="552"/>
        <a:ext cx="6736396" cy="1292816"/>
      </dsp:txXfrm>
    </dsp:sp>
    <dsp:sp modelId="{857D36F1-E1B2-41DB-93A8-5A7F3E7293E8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42961-EC14-4ACD-A4BD-7F11E12CFC4D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4ADE1-D4D2-4874-A33A-4BB85D9C0811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best_move.py: search &amp; evaluation</a:t>
          </a:r>
        </a:p>
      </dsp:txBody>
      <dsp:txXfrm>
        <a:off x="1493203" y="1616573"/>
        <a:ext cx="6736396" cy="1292816"/>
      </dsp:txXfrm>
    </dsp:sp>
    <dsp:sp modelId="{C4ACC0D7-1865-4D7F-A15D-49A2342E3F01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9D1EC-7532-4A2A-AD78-713B88AE68D9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7B9B7-A3E9-42EC-A9D1-F0890D0D830D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game_state.py: game_phase (opening/mid/end)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B5AA1-3EB5-48AF-851F-1C2613A050F9}">
      <dsp:nvSpPr>
        <dsp:cNvPr id="0" name=""/>
        <dsp:cNvSpPr/>
      </dsp:nvSpPr>
      <dsp:spPr>
        <a:xfrm>
          <a:off x="0" y="3650"/>
          <a:ext cx="5175384" cy="13109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Minimax + Alpha-Beta</a:t>
          </a:r>
        </a:p>
      </dsp:txBody>
      <dsp:txXfrm>
        <a:off x="63994" y="67644"/>
        <a:ext cx="5047396" cy="1182942"/>
      </dsp:txXfrm>
    </dsp:sp>
    <dsp:sp modelId="{F9259E7B-190D-4C73-B3CD-A70F536E8EA5}">
      <dsp:nvSpPr>
        <dsp:cNvPr id="0" name=""/>
        <dsp:cNvSpPr/>
      </dsp:nvSpPr>
      <dsp:spPr>
        <a:xfrm>
          <a:off x="0" y="1409620"/>
          <a:ext cx="5175384" cy="131093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Move ordering (</a:t>
          </a:r>
          <a:r>
            <a:rPr lang="en-US" sz="3300" kern="1200" dirty="0" err="1"/>
            <a:t>score_move</a:t>
          </a:r>
          <a:r>
            <a:rPr lang="en-US" sz="3300" kern="1200" dirty="0"/>
            <a:t>)</a:t>
          </a:r>
        </a:p>
      </dsp:txBody>
      <dsp:txXfrm>
        <a:off x="63994" y="1473614"/>
        <a:ext cx="5047396" cy="1182942"/>
      </dsp:txXfrm>
    </dsp:sp>
    <dsp:sp modelId="{BF8B8FD1-131B-4FCC-AED3-E0204A5F7C8A}">
      <dsp:nvSpPr>
        <dsp:cNvPr id="0" name=""/>
        <dsp:cNvSpPr/>
      </dsp:nvSpPr>
      <dsp:spPr>
        <a:xfrm>
          <a:off x="0" y="2815590"/>
          <a:ext cx="5175384" cy="131093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Quiescence search</a:t>
          </a:r>
        </a:p>
      </dsp:txBody>
      <dsp:txXfrm>
        <a:off x="63994" y="2879584"/>
        <a:ext cx="5047396" cy="1182942"/>
      </dsp:txXfrm>
    </dsp:sp>
    <dsp:sp modelId="{3E775295-3299-4A9D-BC9E-C565ABEA6F9D}">
      <dsp:nvSpPr>
        <dsp:cNvPr id="0" name=""/>
        <dsp:cNvSpPr/>
      </dsp:nvSpPr>
      <dsp:spPr>
        <a:xfrm>
          <a:off x="0" y="4221560"/>
          <a:ext cx="5175384" cy="13109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Killer moves</a:t>
          </a:r>
        </a:p>
      </dsp:txBody>
      <dsp:txXfrm>
        <a:off x="63994" y="4285554"/>
        <a:ext cx="5047396" cy="11829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5935F-5725-485C-90A5-2B0F2FFD5443}">
      <dsp:nvSpPr>
        <dsp:cNvPr id="0" name=""/>
        <dsp:cNvSpPr/>
      </dsp:nvSpPr>
      <dsp:spPr>
        <a:xfrm>
          <a:off x="0" y="109425"/>
          <a:ext cx="5175384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Khái niệm Minimax:</a:t>
          </a:r>
          <a:endParaRPr lang="en-US" sz="2200" kern="1200"/>
        </a:p>
      </dsp:txBody>
      <dsp:txXfrm>
        <a:off x="25759" y="135184"/>
        <a:ext cx="5123866" cy="476152"/>
      </dsp:txXfrm>
    </dsp:sp>
    <dsp:sp modelId="{5112C5D1-C547-4952-9D1A-71B5EB78E63B}">
      <dsp:nvSpPr>
        <dsp:cNvPr id="0" name=""/>
        <dsp:cNvSpPr/>
      </dsp:nvSpPr>
      <dsp:spPr>
        <a:xfrm>
          <a:off x="0" y="637095"/>
          <a:ext cx="5175384" cy="10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0" i="0" kern="1200" baseline="0"/>
            <a:t>Mô phỏng tư duy cờ vua: Tôi chọn nước tốt nhất cho mình (</a:t>
          </a:r>
          <a:r>
            <a:rPr lang="en-US" sz="1700" b="1" i="0" kern="1200" baseline="0"/>
            <a:t>Max</a:t>
          </a:r>
          <a:r>
            <a:rPr lang="en-US" sz="1700" b="0" i="0" kern="1200" baseline="0"/>
            <a:t>), đối thủ chọn nước tệ nhất cho tôi (</a:t>
          </a:r>
          <a:r>
            <a:rPr lang="en-US" sz="1700" b="1" i="0" kern="1200" baseline="0"/>
            <a:t>Min</a:t>
          </a:r>
          <a:r>
            <a:rPr lang="en-US" sz="1700" b="0" i="0" kern="1200" baseline="0"/>
            <a:t>).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0" i="0" kern="1200" baseline="0"/>
            <a:t>Duyệt cây quyết định theo độ sâu (Depth-first search).</a:t>
          </a:r>
          <a:endParaRPr lang="en-US" sz="1700" kern="1200"/>
        </a:p>
      </dsp:txBody>
      <dsp:txXfrm>
        <a:off x="0" y="637095"/>
        <a:ext cx="5175384" cy="1070190"/>
      </dsp:txXfrm>
    </dsp:sp>
    <dsp:sp modelId="{C17051C6-CAA2-42AD-A570-D0DBDD54C63D}">
      <dsp:nvSpPr>
        <dsp:cNvPr id="0" name=""/>
        <dsp:cNvSpPr/>
      </dsp:nvSpPr>
      <dsp:spPr>
        <a:xfrm>
          <a:off x="0" y="1707285"/>
          <a:ext cx="5175384" cy="52767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Alpha-Beta Pruning (Cắt tỉa):</a:t>
          </a:r>
          <a:endParaRPr lang="en-US" sz="2200" kern="1200"/>
        </a:p>
      </dsp:txBody>
      <dsp:txXfrm>
        <a:off x="25759" y="1733044"/>
        <a:ext cx="5123866" cy="476152"/>
      </dsp:txXfrm>
    </dsp:sp>
    <dsp:sp modelId="{E7D2773F-5056-4A65-A43E-8C45DB7EAB6D}">
      <dsp:nvSpPr>
        <dsp:cNvPr id="0" name=""/>
        <dsp:cNvSpPr/>
      </dsp:nvSpPr>
      <dsp:spPr>
        <a:xfrm>
          <a:off x="0" y="2234955"/>
          <a:ext cx="5175384" cy="182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i="0" kern="1200" baseline="0"/>
            <a:t>alpha:</a:t>
          </a:r>
          <a:r>
            <a:rPr lang="en-US" sz="1700" b="0" i="0" kern="1200" baseline="0"/>
            <a:t> Điểm số tối thiểu mà người chơi Max chắc chắn đạt được.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i="0" kern="1200" baseline="0"/>
            <a:t>beta: </a:t>
          </a:r>
          <a:r>
            <a:rPr lang="en-US" sz="1700" b="0" i="0" kern="1200" baseline="0"/>
            <a:t>Điểm số tối đa mà người chơi Min cho phép đối thủ đạt được.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i="0" kern="1200" baseline="0"/>
            <a:t>Điều kiện cắt tỉa:</a:t>
          </a:r>
          <a:r>
            <a:rPr lang="en-US" sz="1700" b="0" i="0" kern="1200" baseline="0"/>
            <a:t> if alpha &gt;= beta: break. Loại bỏ các nhánh chắc chắn không ảnh hưởng đến kết quả cuối cùng.</a:t>
          </a:r>
          <a:endParaRPr lang="en-US" sz="1700" kern="1200"/>
        </a:p>
      </dsp:txBody>
      <dsp:txXfrm>
        <a:off x="0" y="2234955"/>
        <a:ext cx="5175384" cy="1821600"/>
      </dsp:txXfrm>
    </dsp:sp>
    <dsp:sp modelId="{B393D069-51C0-49F2-A8FA-D7B51BF0B9B4}">
      <dsp:nvSpPr>
        <dsp:cNvPr id="0" name=""/>
        <dsp:cNvSpPr/>
      </dsp:nvSpPr>
      <dsp:spPr>
        <a:xfrm>
          <a:off x="0" y="4056555"/>
          <a:ext cx="5175384" cy="52767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Ứng dụng trong code:</a:t>
          </a:r>
          <a:endParaRPr lang="en-US" sz="2200" kern="1200"/>
        </a:p>
      </dsp:txBody>
      <dsp:txXfrm>
        <a:off x="25759" y="4082314"/>
        <a:ext cx="5123866" cy="476152"/>
      </dsp:txXfrm>
    </dsp:sp>
    <dsp:sp modelId="{A1696C5D-B701-4ED2-82F4-8187E08B5221}">
      <dsp:nvSpPr>
        <dsp:cNvPr id="0" name=""/>
        <dsp:cNvSpPr/>
      </dsp:nvSpPr>
      <dsp:spPr>
        <a:xfrm>
          <a:off x="0" y="4584225"/>
          <a:ext cx="5175384" cy="8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0" i="0" kern="1200" baseline="0"/>
            <a:t>Hàm </a:t>
          </a:r>
          <a:r>
            <a:rPr lang="en-US" sz="1700" kern="1200"/>
            <a:t>minmax đệ quy với 2 tham số alpha beta truyền xuống từng tầng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0" i="0" kern="1200" baseline="0"/>
            <a:t>Giúp giảm thời gian tìm kiếm</a:t>
          </a:r>
          <a:endParaRPr lang="en-US" sz="1700" kern="1200"/>
        </a:p>
      </dsp:txBody>
      <dsp:txXfrm>
        <a:off x="0" y="4584225"/>
        <a:ext cx="5175384" cy="8424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469D3-3CDC-4943-9969-EECC0287E280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60962-5A7A-43FE-8A7B-31A4A5D555E3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AD593-8E4D-4898-A694-BB12509E7ED8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Material: Pawn=1,Knight/Bishop=3,Rook=5,Queen=9</a:t>
          </a:r>
        </a:p>
      </dsp:txBody>
      <dsp:txXfrm>
        <a:off x="1493203" y="552"/>
        <a:ext cx="6736396" cy="1292816"/>
      </dsp:txXfrm>
    </dsp:sp>
    <dsp:sp modelId="{ABBA9F70-90A2-4AB1-84FC-B1700B504DFB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9497D-5958-4DAE-859F-CBD57276CD4F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C4D27-B9D6-4E2C-8FCD-903B8A7F3EB7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Theo giai đoạn: opening/middlegame/endgame</a:t>
          </a:r>
        </a:p>
      </dsp:txBody>
      <dsp:txXfrm>
        <a:off x="1493203" y="1616573"/>
        <a:ext cx="6736396" cy="1292816"/>
      </dsp:txXfrm>
    </dsp:sp>
    <dsp:sp modelId="{5D5F2E4D-DBBD-4235-81BB-16D5A14B555E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D3A86-FD39-439C-9711-7FBF548FF01A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45666-0258-4219-A6A2-421BED2AE9DD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Yếu</a:t>
          </a:r>
          <a:r>
            <a:rPr lang="en-US" sz="2300" kern="1200" dirty="0"/>
            <a:t> </a:t>
          </a:r>
          <a:r>
            <a:rPr lang="en-US" sz="2300" kern="1200" dirty="0" err="1"/>
            <a:t>tố</a:t>
          </a:r>
          <a:r>
            <a:rPr lang="en-US" sz="2300" kern="1200" dirty="0"/>
            <a:t>: center, castling, rook open files, queen activity, knight outpost, bishop score, passed pawns</a:t>
          </a:r>
        </a:p>
      </dsp:txBody>
      <dsp:txXfrm>
        <a:off x="1493203" y="3232593"/>
        <a:ext cx="6736396" cy="12928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8B394-D466-462C-9F29-F36FC25F3B0A}">
      <dsp:nvSpPr>
        <dsp:cNvPr id="0" name=""/>
        <dsp:cNvSpPr/>
      </dsp:nvSpPr>
      <dsp:spPr>
        <a:xfrm>
          <a:off x="0" y="0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score_move</a:t>
          </a:r>
          <a:r>
            <a:rPr lang="en-US" sz="3300" kern="1200" dirty="0"/>
            <a:t>: </a:t>
          </a:r>
          <a:r>
            <a:rPr lang="en-US" sz="3300" kern="1200" dirty="0" err="1"/>
            <a:t>ưu</a:t>
          </a:r>
          <a:r>
            <a:rPr lang="en-US" sz="3300" kern="1200" dirty="0"/>
            <a:t> </a:t>
          </a:r>
          <a:r>
            <a:rPr lang="en-US" sz="3300" kern="1200" dirty="0" err="1"/>
            <a:t>tiên</a:t>
          </a:r>
          <a:r>
            <a:rPr lang="en-US" sz="3300" kern="1200" dirty="0"/>
            <a:t> captures &amp; promotions</a:t>
          </a:r>
        </a:p>
      </dsp:txBody>
      <dsp:txXfrm>
        <a:off x="36841" y="36841"/>
        <a:ext cx="5609181" cy="1184159"/>
      </dsp:txXfrm>
    </dsp:sp>
    <dsp:sp modelId="{BED6F3F2-2F14-4883-BE0B-F1BF90C98F2C}">
      <dsp:nvSpPr>
        <dsp:cNvPr id="0" name=""/>
        <dsp:cNvSpPr/>
      </dsp:nvSpPr>
      <dsp:spPr>
        <a:xfrm>
          <a:off x="614690" y="1467481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Move ordering giúp alpha-beta cắt tỉa hiệu quả hơn</a:t>
          </a:r>
          <a:endParaRPr lang="en-US" sz="3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51531" y="1504322"/>
        <a:ext cx="5460521" cy="1184159"/>
      </dsp:txXfrm>
    </dsp:sp>
    <dsp:sp modelId="{05ACA4F2-77C6-457B-90E7-07DFD43CD5B0}">
      <dsp:nvSpPr>
        <dsp:cNvPr id="0" name=""/>
        <dsp:cNvSpPr/>
      </dsp:nvSpPr>
      <dsp:spPr>
        <a:xfrm>
          <a:off x="1229380" y="2934963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Killer moves: lưu nước gây cắt tỉa</a:t>
          </a:r>
        </a:p>
      </dsp:txBody>
      <dsp:txXfrm>
        <a:off x="1266221" y="2971804"/>
        <a:ext cx="5460521" cy="1184159"/>
      </dsp:txXfrm>
    </dsp:sp>
    <dsp:sp modelId="{A806A2BD-1740-4EF1-93E0-8CF4AE5FD0E1}">
      <dsp:nvSpPr>
        <dsp:cNvPr id="0" name=""/>
        <dsp:cNvSpPr/>
      </dsp:nvSpPr>
      <dsp:spPr>
        <a:xfrm>
          <a:off x="6148893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32852" y="953863"/>
        <a:ext cx="449678" cy="615241"/>
      </dsp:txXfrm>
    </dsp:sp>
    <dsp:sp modelId="{1A176509-B51E-408A-B086-47BDDF79C64F}">
      <dsp:nvSpPr>
        <dsp:cNvPr id="0" name=""/>
        <dsp:cNvSpPr/>
      </dsp:nvSpPr>
      <dsp:spPr>
        <a:xfrm>
          <a:off x="6763583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947542" y="2412959"/>
        <a:ext cx="449678" cy="6152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FF46B-4F23-4576-867A-D1EF45842390}">
      <dsp:nvSpPr>
        <dsp:cNvPr id="0" name=""/>
        <dsp:cNvSpPr/>
      </dsp:nvSpPr>
      <dsp:spPr>
        <a:xfrm>
          <a:off x="0" y="281271"/>
          <a:ext cx="4775935" cy="1981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0666" tIns="354076" rIns="37066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start_ai_think</a:t>
          </a:r>
          <a:r>
            <a:rPr lang="en-US" sz="1700" kern="1200" dirty="0"/>
            <a:t>() (</a:t>
          </a:r>
          <a:r>
            <a:rPr lang="en-US" sz="1700" kern="1200" dirty="0" err="1"/>
            <a:t>Kích</a:t>
          </a:r>
          <a:r>
            <a:rPr lang="en-US" sz="1700" kern="1200" dirty="0"/>
            <a:t> </a:t>
          </a:r>
          <a:r>
            <a:rPr lang="en-US" sz="1700" kern="1200" dirty="0" err="1"/>
            <a:t>hoạt</a:t>
          </a:r>
          <a:r>
            <a:rPr lang="en-US" sz="1700" kern="1200" dirty="0"/>
            <a:t>): Khi </a:t>
          </a:r>
          <a:r>
            <a:rPr lang="en-US" sz="1700" kern="1200" dirty="0" err="1"/>
            <a:t>đến</a:t>
          </a:r>
          <a:r>
            <a:rPr lang="en-US" sz="1700" kern="1200" dirty="0"/>
            <a:t> </a:t>
          </a:r>
          <a:r>
            <a:rPr lang="en-US" sz="1700" kern="1200" dirty="0" err="1"/>
            <a:t>lượt</a:t>
          </a:r>
          <a:r>
            <a:rPr lang="en-US" sz="1700" kern="1200" dirty="0"/>
            <a:t> AI, </a:t>
          </a:r>
          <a:r>
            <a:rPr lang="en-US" sz="1700" kern="1200" dirty="0" err="1"/>
            <a:t>hàm</a:t>
          </a:r>
          <a:r>
            <a:rPr lang="en-US" sz="1700" kern="1200" dirty="0"/>
            <a:t> </a:t>
          </a:r>
          <a:r>
            <a:rPr lang="en-US" sz="1700" kern="1200" dirty="0" err="1"/>
            <a:t>này</a:t>
          </a:r>
          <a:r>
            <a:rPr lang="en-US" sz="1700" kern="1200" dirty="0"/>
            <a:t> </a:t>
          </a:r>
          <a:r>
            <a:rPr lang="en-US" sz="1700" kern="1200" dirty="0" err="1"/>
            <a:t>được</a:t>
          </a:r>
          <a:r>
            <a:rPr lang="en-US" sz="1700" kern="1200" dirty="0"/>
            <a:t> </a:t>
          </a:r>
          <a:r>
            <a:rPr lang="en-US" sz="1700" kern="1200" dirty="0" err="1"/>
            <a:t>gọi</a:t>
          </a:r>
          <a:r>
            <a:rPr lang="en-US" sz="1700" kern="1200" dirty="0"/>
            <a:t>.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Nó sẽ tạo ra một Thread mới (Spawn thread).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Nó</a:t>
          </a:r>
          <a:r>
            <a:rPr lang="en-US" sz="1700" kern="1200" dirty="0"/>
            <a:t> </a:t>
          </a:r>
          <a:r>
            <a:rPr lang="en-US" sz="1700" kern="1200" dirty="0" err="1"/>
            <a:t>đặt</a:t>
          </a:r>
          <a:r>
            <a:rPr lang="en-US" sz="1700" kern="1200" dirty="0"/>
            <a:t> </a:t>
          </a:r>
          <a:r>
            <a:rPr lang="en-US" sz="1700" kern="1200" dirty="0" err="1"/>
            <a:t>trạng</a:t>
          </a:r>
          <a:r>
            <a:rPr lang="en-US" sz="1700" kern="1200" dirty="0"/>
            <a:t> </a:t>
          </a:r>
          <a:r>
            <a:rPr lang="en-US" sz="1700" kern="1200" dirty="0" err="1"/>
            <a:t>thái</a:t>
          </a:r>
          <a:r>
            <a:rPr lang="en-US" sz="1700" kern="1200" dirty="0"/>
            <a:t> game </a:t>
          </a:r>
          <a:r>
            <a:rPr lang="en-US" sz="1700" kern="1200" dirty="0" err="1"/>
            <a:t>thành</a:t>
          </a:r>
          <a:r>
            <a:rPr lang="en-US" sz="1700" kern="1200" dirty="0"/>
            <a:t> "Thinking" </a:t>
          </a:r>
          <a:r>
            <a:rPr lang="en-US" sz="1700" kern="1200" dirty="0" err="1"/>
            <a:t>để</a:t>
          </a:r>
          <a:r>
            <a:rPr lang="en-US" sz="1700" kern="1200" dirty="0"/>
            <a:t> AI </a:t>
          </a:r>
          <a:r>
            <a:rPr lang="en-US" sz="1700" kern="1200" dirty="0" err="1"/>
            <a:t>nghĩ</a:t>
          </a:r>
          <a:r>
            <a:rPr lang="en-US" sz="1700" kern="1200" dirty="0"/>
            <a:t>.</a:t>
          </a:r>
        </a:p>
      </dsp:txBody>
      <dsp:txXfrm>
        <a:off x="0" y="281271"/>
        <a:ext cx="4775935" cy="1981350"/>
      </dsp:txXfrm>
    </dsp:sp>
    <dsp:sp modelId="{6106AE32-792D-4332-97C1-FE2FFC6EAEA6}">
      <dsp:nvSpPr>
        <dsp:cNvPr id="0" name=""/>
        <dsp:cNvSpPr/>
      </dsp:nvSpPr>
      <dsp:spPr>
        <a:xfrm>
          <a:off x="238796" y="30351"/>
          <a:ext cx="3343154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Start</a:t>
          </a:r>
        </a:p>
      </dsp:txBody>
      <dsp:txXfrm>
        <a:off x="263294" y="54849"/>
        <a:ext cx="3294158" cy="452844"/>
      </dsp:txXfrm>
    </dsp:sp>
    <dsp:sp modelId="{206C8679-39D6-44A2-92F5-EA3E75E69A28}">
      <dsp:nvSpPr>
        <dsp:cNvPr id="0" name=""/>
        <dsp:cNvSpPr/>
      </dsp:nvSpPr>
      <dsp:spPr>
        <a:xfrm>
          <a:off x="0" y="2605341"/>
          <a:ext cx="4775935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0666" tIns="354076" rIns="37066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get_best_move_minimax</a:t>
          </a:r>
          <a:r>
            <a:rPr lang="en-US" sz="1700" kern="1200" dirty="0"/>
            <a:t>() (</a:t>
          </a:r>
          <a:r>
            <a:rPr lang="en-US" sz="1700" kern="1200" dirty="0" err="1"/>
            <a:t>Làm</a:t>
          </a:r>
          <a:r>
            <a:rPr lang="en-US" sz="1700" kern="1200" dirty="0"/>
            <a:t> </a:t>
          </a:r>
          <a:r>
            <a:rPr lang="en-US" sz="1700" kern="1200" dirty="0" err="1"/>
            <a:t>việc</a:t>
          </a:r>
          <a:r>
            <a:rPr lang="en-US" sz="1700" kern="1200" dirty="0"/>
            <a:t>):  Thread </a:t>
          </a:r>
          <a:r>
            <a:rPr lang="en-US" sz="1700" kern="1200" dirty="0" err="1"/>
            <a:t>phụ</a:t>
          </a:r>
          <a:r>
            <a:rPr lang="en-US" sz="1700" kern="1200" dirty="0"/>
            <a:t> </a:t>
          </a:r>
          <a:r>
            <a:rPr lang="en-US" sz="1700" kern="1200" dirty="0" err="1"/>
            <a:t>sẽ</a:t>
          </a:r>
          <a:r>
            <a:rPr lang="en-US" sz="1700" kern="1200" dirty="0"/>
            <a:t> </a:t>
          </a:r>
          <a:r>
            <a:rPr lang="en-US" sz="1700" kern="1200" dirty="0" err="1"/>
            <a:t>chạy</a:t>
          </a:r>
          <a:r>
            <a:rPr lang="en-US" sz="1700" kern="1200" dirty="0"/>
            <a:t> </a:t>
          </a:r>
          <a:r>
            <a:rPr lang="en-US" sz="1700" kern="1200" dirty="0" err="1"/>
            <a:t>hàm</a:t>
          </a:r>
          <a:r>
            <a:rPr lang="en-US" sz="1700" kern="1200" dirty="0"/>
            <a:t> </a:t>
          </a:r>
          <a:r>
            <a:rPr lang="en-US" sz="1700" kern="1200" dirty="0" err="1"/>
            <a:t>này</a:t>
          </a:r>
          <a:r>
            <a:rPr lang="en-US" sz="1700" kern="1200" dirty="0"/>
            <a:t>. </a:t>
          </a:r>
          <a:r>
            <a:rPr lang="en-US" sz="1700" kern="1200" dirty="0" err="1"/>
            <a:t>Nó</a:t>
          </a:r>
          <a:r>
            <a:rPr lang="en-US" sz="1700" kern="1200" dirty="0"/>
            <a:t> </a:t>
          </a:r>
          <a:r>
            <a:rPr lang="en-US" sz="1700" kern="1200" dirty="0" err="1"/>
            <a:t>tốn</a:t>
          </a:r>
          <a:r>
            <a:rPr lang="en-US" sz="1700" kern="1200" dirty="0"/>
            <a:t> </a:t>
          </a:r>
          <a:r>
            <a:rPr lang="en-US" sz="1700" kern="1200" dirty="0" err="1"/>
            <a:t>vài</a:t>
          </a:r>
          <a:r>
            <a:rPr lang="en-US" sz="1700" kern="1200" dirty="0"/>
            <a:t> </a:t>
          </a:r>
          <a:r>
            <a:rPr lang="en-US" sz="1700" kern="1200" dirty="0" err="1"/>
            <a:t>đến</a:t>
          </a:r>
          <a:r>
            <a:rPr lang="en-US" sz="1700" kern="1200" dirty="0"/>
            <a:t> </a:t>
          </a:r>
          <a:r>
            <a:rPr lang="en-US" sz="1700" kern="1200" dirty="0" err="1"/>
            <a:t>vài</a:t>
          </a:r>
          <a:r>
            <a:rPr lang="en-US" sz="1700" kern="1200" dirty="0"/>
            <a:t> </a:t>
          </a:r>
          <a:r>
            <a:rPr lang="en-US" sz="1700" kern="1200" dirty="0" err="1"/>
            <a:t>chục</a:t>
          </a:r>
          <a:r>
            <a:rPr lang="en-US" sz="1700" kern="1200" dirty="0"/>
            <a:t> </a:t>
          </a:r>
          <a:r>
            <a:rPr lang="en-US" sz="1700" kern="1200" dirty="0" err="1"/>
            <a:t>giây</a:t>
          </a:r>
          <a:r>
            <a:rPr lang="en-US" sz="1700" kern="1200" dirty="0"/>
            <a:t> </a:t>
          </a:r>
          <a:r>
            <a:rPr lang="en-US" sz="1700" kern="1200" dirty="0" err="1"/>
            <a:t>để</a:t>
          </a:r>
          <a:r>
            <a:rPr lang="en-US" sz="1700" kern="1200" dirty="0"/>
            <a:t> </a:t>
          </a:r>
          <a:r>
            <a:rPr lang="en-US" sz="1700" kern="1200" dirty="0" err="1"/>
            <a:t>suy</a:t>
          </a:r>
          <a:r>
            <a:rPr lang="en-US" sz="1700" kern="1200" dirty="0"/>
            <a:t> </a:t>
          </a:r>
          <a:r>
            <a:rPr lang="en-US" sz="1700" kern="1200" dirty="0" err="1"/>
            <a:t>nghĩ</a:t>
          </a:r>
          <a:r>
            <a:rPr lang="en-US" sz="1700" kern="1200" dirty="0"/>
            <a:t>.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Trong lúc này, Main Thread vẫn chạy vòng lặp Pygame để vẽ màn hình 60 lần/giây.</a:t>
          </a:r>
        </a:p>
      </dsp:txBody>
      <dsp:txXfrm>
        <a:off x="0" y="2605341"/>
        <a:ext cx="4775935" cy="1713600"/>
      </dsp:txXfrm>
    </dsp:sp>
    <dsp:sp modelId="{D6E2F7F5-113B-41BD-A793-3DE43FD4A250}">
      <dsp:nvSpPr>
        <dsp:cNvPr id="0" name=""/>
        <dsp:cNvSpPr/>
      </dsp:nvSpPr>
      <dsp:spPr>
        <a:xfrm>
          <a:off x="238796" y="2354421"/>
          <a:ext cx="3343154" cy="5018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Think</a:t>
          </a:r>
        </a:p>
      </dsp:txBody>
      <dsp:txXfrm>
        <a:off x="263294" y="2378919"/>
        <a:ext cx="3294158" cy="452844"/>
      </dsp:txXfrm>
    </dsp:sp>
    <dsp:sp modelId="{9842FEB5-EBA6-49C2-A1CE-50FADAE0963A}">
      <dsp:nvSpPr>
        <dsp:cNvPr id="0" name=""/>
        <dsp:cNvSpPr/>
      </dsp:nvSpPr>
      <dsp:spPr>
        <a:xfrm>
          <a:off x="0" y="4661661"/>
          <a:ext cx="4775935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0666" tIns="354076" rIns="37066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finish_ai_move</a:t>
          </a:r>
          <a:r>
            <a:rPr lang="en-US" sz="1700" kern="1200" dirty="0"/>
            <a:t>() (</a:t>
          </a:r>
          <a:r>
            <a:rPr lang="en-US" sz="1700" kern="1200" dirty="0" err="1"/>
            <a:t>Kết</a:t>
          </a:r>
          <a:r>
            <a:rPr lang="en-US" sz="1700" kern="1200" dirty="0"/>
            <a:t> </a:t>
          </a:r>
          <a:r>
            <a:rPr lang="en-US" sz="1700" kern="1200" dirty="0" err="1"/>
            <a:t>thúc</a:t>
          </a:r>
          <a:r>
            <a:rPr lang="en-US" sz="1700" kern="1200" dirty="0"/>
            <a:t>): Sau </a:t>
          </a:r>
          <a:r>
            <a:rPr lang="en-US" sz="1700" kern="1200" dirty="0" err="1"/>
            <a:t>khi</a:t>
          </a:r>
          <a:r>
            <a:rPr lang="en-US" sz="1700" kern="1200" dirty="0"/>
            <a:t> AI </a:t>
          </a:r>
          <a:r>
            <a:rPr lang="en-US" sz="1700" kern="1200" dirty="0" err="1"/>
            <a:t>tính</a:t>
          </a:r>
          <a:r>
            <a:rPr lang="en-US" sz="1700" kern="1200" dirty="0"/>
            <a:t> </a:t>
          </a:r>
          <a:r>
            <a:rPr lang="en-US" sz="1700" kern="1200" dirty="0" err="1"/>
            <a:t>xong</a:t>
          </a:r>
          <a:r>
            <a:rPr lang="en-US" sz="1700" kern="1200" dirty="0"/>
            <a:t>, </a:t>
          </a:r>
          <a:r>
            <a:rPr lang="en-US" sz="1700" kern="1200" dirty="0" err="1"/>
            <a:t>nó</a:t>
          </a:r>
          <a:r>
            <a:rPr lang="en-US" sz="1700" kern="1200" dirty="0"/>
            <a:t> </a:t>
          </a:r>
          <a:r>
            <a:rPr lang="en-US" sz="1700" kern="1200" dirty="0" err="1"/>
            <a:t>sẽ</a:t>
          </a:r>
          <a:r>
            <a:rPr lang="en-US" sz="1700" kern="1200" dirty="0"/>
            <a:t> </a:t>
          </a:r>
          <a:r>
            <a:rPr lang="en-US" sz="1700" kern="1200" dirty="0" err="1"/>
            <a:t>gửi</a:t>
          </a:r>
          <a:r>
            <a:rPr lang="en-US" sz="1700" kern="1200" dirty="0"/>
            <a:t> </a:t>
          </a:r>
          <a:r>
            <a:rPr lang="en-US" sz="1700" kern="1200" dirty="0" err="1"/>
            <a:t>kết</a:t>
          </a:r>
          <a:r>
            <a:rPr lang="en-US" sz="1700" kern="1200" dirty="0"/>
            <a:t> </a:t>
          </a:r>
          <a:r>
            <a:rPr lang="en-US" sz="1700" kern="1200" dirty="0" err="1"/>
            <a:t>quả</a:t>
          </a:r>
          <a:r>
            <a:rPr lang="en-US" sz="1700" kern="1200" dirty="0"/>
            <a:t> </a:t>
          </a:r>
          <a:r>
            <a:rPr lang="en-US" sz="1700" kern="1200" dirty="0" err="1"/>
            <a:t>về</a:t>
          </a:r>
          <a:r>
            <a:rPr lang="en-US" sz="1700" kern="1200" dirty="0"/>
            <a:t> </a:t>
          </a:r>
          <a:r>
            <a:rPr lang="en-US" sz="1700" kern="1200" dirty="0" err="1"/>
            <a:t>cho</a:t>
          </a:r>
          <a:r>
            <a:rPr lang="en-US" sz="1700" kern="1200" dirty="0"/>
            <a:t> Main Thread.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Nước đi được thực hiện (board.push(move)), và màn hình cập nhật bàn cờ mới.</a:t>
          </a:r>
        </a:p>
      </dsp:txBody>
      <dsp:txXfrm>
        <a:off x="0" y="4661661"/>
        <a:ext cx="4775935" cy="1713600"/>
      </dsp:txXfrm>
    </dsp:sp>
    <dsp:sp modelId="{76BDA3C7-3BF6-4B6A-9BBC-771943DF6AE9}">
      <dsp:nvSpPr>
        <dsp:cNvPr id="0" name=""/>
        <dsp:cNvSpPr/>
      </dsp:nvSpPr>
      <dsp:spPr>
        <a:xfrm>
          <a:off x="238796" y="4410741"/>
          <a:ext cx="3343154" cy="5018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Finish</a:t>
          </a:r>
        </a:p>
      </dsp:txBody>
      <dsp:txXfrm>
        <a:off x="263294" y="4435239"/>
        <a:ext cx="3294158" cy="4528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F5131-B885-4C9C-B0B9-5D537383C17E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F22FD-8914-44DE-9209-4E0DDD0D26BA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ai_lock</a:t>
          </a:r>
        </a:p>
      </dsp:txBody>
      <dsp:txXfrm>
        <a:off x="85060" y="2776702"/>
        <a:ext cx="3690000" cy="720000"/>
      </dsp:txXfrm>
    </dsp:sp>
    <dsp:sp modelId="{9D3EF136-A4BC-4995-9105-2C8671C39E8A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AFA76-8B88-4B9A-A813-0D37211AA4E1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ai_generation</a:t>
          </a:r>
        </a:p>
      </dsp:txBody>
      <dsp:txXfrm>
        <a:off x="4420810" y="2776702"/>
        <a:ext cx="369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9D9F2-7F1F-4448-AFA4-A83626C4A60F}">
      <dsp:nvSpPr>
        <dsp:cNvPr id="0" name=""/>
        <dsp:cNvSpPr/>
      </dsp:nvSpPr>
      <dsp:spPr>
        <a:xfrm>
          <a:off x="0" y="38890"/>
          <a:ext cx="5175384" cy="17714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Trong kiến trúc AI, đối tượng board là một tài nguyên dung chung</a:t>
          </a:r>
        </a:p>
      </dsp:txBody>
      <dsp:txXfrm>
        <a:off x="86475" y="125365"/>
        <a:ext cx="5002434" cy="1598503"/>
      </dsp:txXfrm>
    </dsp:sp>
    <dsp:sp modelId="{C383803F-07D4-4CEE-8592-7079200EF9F4}">
      <dsp:nvSpPr>
        <dsp:cNvPr id="0" name=""/>
        <dsp:cNvSpPr/>
      </dsp:nvSpPr>
      <dsp:spPr>
        <a:xfrm>
          <a:off x="0" y="1882343"/>
          <a:ext cx="5175384" cy="1771453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Khi chạy chương trình, ta có 2 luồng là main thread (điều phối giao diện) và worker thread (tính toán nước đi) cùng sử dụng board</a:t>
          </a:r>
        </a:p>
      </dsp:txBody>
      <dsp:txXfrm>
        <a:off x="86475" y="1968818"/>
        <a:ext cx="5002434" cy="1598503"/>
      </dsp:txXfrm>
    </dsp:sp>
    <dsp:sp modelId="{5FC8246E-4B88-47B4-865E-3F2A18A6CFF0}">
      <dsp:nvSpPr>
        <dsp:cNvPr id="0" name=""/>
        <dsp:cNvSpPr/>
      </dsp:nvSpPr>
      <dsp:spPr>
        <a:xfrm>
          <a:off x="0" y="3725797"/>
          <a:ext cx="5175384" cy="177145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ai_lock đóng vai trò là một khóa, giúp phòng chống race condition</a:t>
          </a:r>
        </a:p>
      </dsp:txBody>
      <dsp:txXfrm>
        <a:off x="86475" y="3812272"/>
        <a:ext cx="5002434" cy="15985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364FC-09FE-421D-A690-061418FB2F83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ai_generation là một số nguyên tăng dần</a:t>
          </a:r>
        </a:p>
      </dsp:txBody>
      <dsp:txXfrm>
        <a:off x="52359" y="53542"/>
        <a:ext cx="8124882" cy="967861"/>
      </dsp:txXfrm>
    </dsp:sp>
    <dsp:sp modelId="{AFB53178-7D2E-4E01-A8ED-C80D1A7794AC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Mỗi khi ván cờ reset hoặc trạng thái thay đổi lớn, ta tăng ai_generation++</a:t>
          </a:r>
        </a:p>
      </dsp:txBody>
      <dsp:txXfrm>
        <a:off x="52359" y="1203881"/>
        <a:ext cx="8124882" cy="967861"/>
      </dsp:txXfrm>
    </dsp:sp>
    <dsp:sp modelId="{DEA4B74E-2604-4FA0-B4B1-FA97311019B1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Khi Thread AI bắt đầu, nó sẽ chụp lại giá trị generation = self.ai_generation</a:t>
          </a:r>
        </a:p>
      </dsp:txBody>
      <dsp:txXfrm>
        <a:off x="52359" y="2354220"/>
        <a:ext cx="8124882" cy="967861"/>
      </dsp:txXfrm>
    </dsp:sp>
    <dsp:sp modelId="{1B048F7E-CC5F-4B61-8C31-F50C11477F7E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700" kern="1200"/>
            <a:t>Khi AI tính xong, trước khi ghi dữ liệu</a:t>
          </a:r>
          <a:r>
            <a:rPr lang="en-US" sz="2700" kern="1200"/>
            <a:t>, nó so sánh gen hiện tại với generation của hệ thống</a:t>
          </a:r>
        </a:p>
      </dsp:txBody>
      <dsp:txXfrm>
        <a:off x="52359" y="3504559"/>
        <a:ext cx="8124882" cy="967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93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Nhấn mối liên hệ UI ↔ AI và vai trò mỗi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Tại sao cần ordering &amp; quiescence: giảm horizon effect và tăng hiệu quả cắt tỉa.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Cho ví dụ ngắn: passed pawn tăng giá trị khi tiến sâu ở endgame.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Giải thích ngắn lợi ích: tìm sâu hơn trong cùng thời hạn.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Nhấn vào trải nghiệm mượt của UI và an toàn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Mời câu hỏi; tóm tắt lại điểm mạnh và giới hạn.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B89AC2-3ECA-BBDF-A3A5-F26E129C1E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8092" r="12992"/>
          <a:stretch>
            <a:fillRect/>
          </a:stretch>
        </p:blipFill>
        <p:spPr>
          <a:xfrm>
            <a:off x="3212926" y="10"/>
            <a:ext cx="5931074" cy="685799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372AD-45ED-BFCA-C638-FBF51B98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88" y="2160797"/>
            <a:ext cx="5501012" cy="129994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400" b="1" dirty="0">
                <a:solidFill>
                  <a:schemeClr val="bg1"/>
                </a:solidFill>
              </a:rPr>
              <a:t>Báo </a:t>
            </a:r>
            <a:r>
              <a:rPr lang="en-US" sz="5400" b="1" dirty="0" err="1">
                <a:solidFill>
                  <a:schemeClr val="bg1"/>
                </a:solidFill>
              </a:rPr>
              <a:t>cáo</a:t>
            </a:r>
            <a:r>
              <a:rPr lang="en-US" sz="5400" b="1" dirty="0">
                <a:solidFill>
                  <a:schemeClr val="bg1"/>
                </a:solidFill>
              </a:rPr>
              <a:t> project AI </a:t>
            </a:r>
            <a:r>
              <a:rPr lang="en-US" sz="5400" b="1" dirty="0" err="1">
                <a:solidFill>
                  <a:schemeClr val="bg1"/>
                </a:solidFill>
              </a:rPr>
              <a:t>nhóm</a:t>
            </a:r>
            <a:r>
              <a:rPr lang="en-US" sz="5400" b="1" dirty="0">
                <a:solidFill>
                  <a:schemeClr val="bg1"/>
                </a:solidFill>
              </a:rPr>
              <a:t> 31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0B498-3368-5D56-B72D-1255495BC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97" y="3902075"/>
            <a:ext cx="4472312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4000" dirty="0" err="1">
                <a:solidFill>
                  <a:schemeClr val="bg1"/>
                </a:solidFill>
              </a:rPr>
              <a:t>Dự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án</a:t>
            </a:r>
            <a:r>
              <a:rPr lang="en-US" sz="4000" dirty="0">
                <a:solidFill>
                  <a:schemeClr val="bg1"/>
                </a:solidFill>
              </a:rPr>
              <a:t>: AI </a:t>
            </a:r>
            <a:r>
              <a:rPr lang="en-US" sz="4000" dirty="0" err="1">
                <a:solidFill>
                  <a:schemeClr val="bg1"/>
                </a:solidFill>
              </a:rPr>
              <a:t>cờ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vua</a:t>
            </a:r>
            <a:endParaRPr lang="en-US" sz="4000" dirty="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6438" y="3681408"/>
            <a:ext cx="89511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91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49EF0-6649-5644-3783-91600500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9671E8-591C-74DB-5694-2CFDF95477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81974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303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B45BD5C-5592-8424-C29D-95D9E44043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vi-VN" sz="4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Thuật toán tìm nước đi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247413-AB90-932B-BEA6-7361A9916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18242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80F90-9A0D-7825-04CD-7350DB80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b="1" dirty="0" err="1"/>
              <a:t>Thuật</a:t>
            </a:r>
            <a:r>
              <a:rPr lang="en-US" sz="4700" b="1" dirty="0"/>
              <a:t> </a:t>
            </a:r>
            <a:r>
              <a:rPr lang="en-US" sz="4700" b="1" dirty="0" err="1"/>
              <a:t>toán</a:t>
            </a:r>
            <a:r>
              <a:rPr lang="en-US" sz="4700" b="1" dirty="0"/>
              <a:t> Minimax &amp; </a:t>
            </a:r>
            <a:br>
              <a:rPr lang="en-US" sz="4700" b="1" dirty="0"/>
            </a:br>
            <a:r>
              <a:rPr lang="en-US" sz="4700" b="1" dirty="0"/>
              <a:t>Alpha-Beta Pruning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778424BF-5976-E13C-6D66-E3475DF1E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7248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531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29807-8A17-A8B6-FEE0-8D85C58D4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5411E-1BEB-D2AE-A650-6B5BD3D6A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429" y="207554"/>
            <a:ext cx="5969534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Thuật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toán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Minimax &amp; 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Alpha-Beta Pruning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0809BA-177D-C6F5-CCB5-09320BC3C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079077"/>
            <a:ext cx="8495662" cy="42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6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464C7-A309-AE15-878B-1919F97F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vi-VN" sz="4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Ordering (Sắp xếp nước đi)</a:t>
            </a:r>
            <a:endParaRPr lang="en-US" sz="4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C7BBD2-5901-FAC7-5D00-9554083131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4813" y="552091"/>
            <a:ext cx="4668251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Vấn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Hiệu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Alpha-Beta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thuộc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thứ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Nếu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trước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cắt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tỉa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triển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vọng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gây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cắt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tỉa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sớm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Chiến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thuật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MVV-LVA: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Valuable Victim (MVV):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(Hậu, Xe…).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Least Valuable Attacker (LVA):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score_move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bắt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(capture)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(promotion).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Lệnh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scored_moves.sort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(reverse=True)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trước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vòng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lặp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49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F913B-0EC3-2D2A-65F6-1B910776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DB8B28-F0B3-B92A-874B-E4C0138BB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A333F8-6167-B6AB-2FE6-C8617F373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CA1A6D-A240-5520-48B5-2EC0085C5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D51CD-737C-3E82-B9A8-3749190A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B360-61DC-637D-6F05-F970A9D1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68" y="207554"/>
            <a:ext cx="8619216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Move ordering (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sắp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xếp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nước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đi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21D168-9536-66AD-44C6-D6ED34D4E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24168" y="2079077"/>
            <a:ext cx="8495662" cy="42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16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A6CD-9391-D4E0-9292-3486B16B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Quiescence Search (Tìm </a:t>
            </a:r>
            <a:r>
              <a:rPr lang="en-US" b="1" dirty="0" err="1"/>
              <a:t>kiếm</a:t>
            </a:r>
            <a:r>
              <a:rPr lang="en-US" b="1" dirty="0"/>
              <a:t> </a:t>
            </a:r>
            <a:r>
              <a:rPr lang="en-US" b="1" dirty="0" err="1"/>
              <a:t>tĩnh</a:t>
            </a:r>
            <a:r>
              <a:rPr lang="en-US" b="1" dirty="0"/>
              <a:t>)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9C7C20-8709-572C-BF54-28C6DDE14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936" y="2070026"/>
            <a:ext cx="8229600" cy="45259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Vấn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Hiệu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Alpha-Beta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thuộc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hoàn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toàn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thứ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Nếu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cắt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tỉa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gì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vọng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đầu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gây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cắt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tỉa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sớm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Chiến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thuật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MVV-LVA: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Valuable Victim (MVV):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đối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(Hậu, Xe…).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Least Valuable Attacker (LVA):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thấp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ăn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score_move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bắt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quân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(capture)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(promotion).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Lệnh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scored_moves.sort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(reverse=True)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vòng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lặp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9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0913E-BF24-B247-2E7F-206BE8E0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52A843E-27A4-1714-A099-76518B580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2C615B-753B-F52E-83FC-D80AAFEFB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CE8066-763A-4C45-0D89-BD012C67D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62810C-0845-8A04-D3C9-CD84DECAA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EFD2EF-2ABF-E2BA-C0FF-26008DDC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11" y="207554"/>
            <a:ext cx="8993289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Quiescence search (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tìm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kiếm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tĩnh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452A7A-7476-BCDF-1E85-312DBCD4F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24168" y="1655276"/>
            <a:ext cx="8495662" cy="5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CA92B-3C36-50F4-DE55-5CD5C2EF7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b="1"/>
              <a:t>Killer Move Heuristic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CE94D8-2BF8-CB2F-EFC7-62D6C0DA21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Khái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niệm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Một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nước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không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phải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là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ăn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quân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(quiet move)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nhưng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đã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từng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gây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ra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cắt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tỉa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ở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một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nhánh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khác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cùng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độ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sâu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rất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có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thể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nó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cũng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sẽ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cực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kỳ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hiệu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quả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ở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nhánh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hiện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tại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Cơ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chế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hoạt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động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Lưu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trữ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2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nước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"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sát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thủ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"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gần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nhất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cho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mỗi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tầng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(ply).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Khi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duyệt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một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tầng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mới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kiểm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tra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xem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có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nước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nào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trùng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với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Killer Move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không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Ứng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dụng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trong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code: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Mảng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killer_moves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[64][2]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lưu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trữ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lịch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sử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cắt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tỉa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Trong minimax(),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các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nước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này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được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thưởng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10,000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điểm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hoặc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9,000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điểm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để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đảm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bảo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luôn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được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duyệt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ngay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sau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các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nước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bắt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quân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Tầm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quan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effectLst/>
              </a:rPr>
              <a:t>trọng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Giúp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phát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hiện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nhanh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các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đòn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phối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hợp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chiến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thuật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chiếu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vua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vây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bắt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mà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không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cần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tính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toán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toàn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bộ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các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nhánh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</a:rPr>
              <a:t>khác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1556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5CEC7-CE8D-C0DA-5CBB-7DD4729C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0FBF0C-9DE5-8A91-77C2-46063F284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4D3C3D-3994-5E5C-EC96-DC181B2AE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BFB61B-B53F-F721-BC54-76C99A6C2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D61F33-6768-07BD-7AE7-EC6916518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3EFC6-3FC9-EDDB-F8F2-1C8D3FC9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729" y="207554"/>
            <a:ext cx="5533117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Killer move heuristic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4A36E7-F19E-B843-5971-C7398D1E8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079077"/>
            <a:ext cx="8495662" cy="42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4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Hàm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(Evaluation)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EE63B1-3A77-6CA6-5428-6F05F49C92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5962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Heuristics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BC3A5C-F1F4-5A6F-B4D6-D105FD93A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04879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808E-1DAC-2A81-38DE-4D81642A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lực</a:t>
            </a:r>
            <a:r>
              <a:rPr lang="en-US" b="1" dirty="0"/>
              <a:t> </a:t>
            </a:r>
            <a:r>
              <a:rPr lang="en-US" b="1" dirty="0" err="1"/>
              <a:t>cờ</a:t>
            </a:r>
            <a:r>
              <a:rPr lang="en-US" b="1"/>
              <a:t> AI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D152-224A-8DC5-37BC-F27ABA35F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3FA0-BA74-5D8F-75AC-A8D096A21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5" y="1600200"/>
            <a:ext cx="8976130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5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37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 dirty="0" err="1">
                <a:solidFill>
                  <a:schemeClr val="bg1"/>
                </a:solidFill>
              </a:rPr>
              <a:t>Quá</a:t>
            </a:r>
            <a:r>
              <a:rPr lang="en-US" sz="4200" b="1" dirty="0">
                <a:solidFill>
                  <a:schemeClr val="bg1"/>
                </a:solidFill>
              </a:rPr>
              <a:t> </a:t>
            </a:r>
            <a:r>
              <a:rPr lang="en-US" sz="4200" b="1" dirty="0" err="1">
                <a:solidFill>
                  <a:schemeClr val="bg1"/>
                </a:solidFill>
              </a:rPr>
              <a:t>trình</a:t>
            </a:r>
            <a:r>
              <a:rPr lang="en-US" sz="4200" b="1" dirty="0">
                <a:solidFill>
                  <a:schemeClr val="bg1"/>
                </a:solidFill>
              </a:rPr>
              <a:t> </a:t>
            </a:r>
            <a:r>
              <a:rPr lang="en-US" sz="4200" b="1" dirty="0" err="1">
                <a:solidFill>
                  <a:schemeClr val="bg1"/>
                </a:solidFill>
              </a:rPr>
              <a:t>vận</a:t>
            </a:r>
            <a:r>
              <a:rPr lang="en-US" sz="4200" b="1" dirty="0">
                <a:solidFill>
                  <a:schemeClr val="bg1"/>
                </a:solidFill>
              </a:rPr>
              <a:t> </a:t>
            </a:r>
            <a:r>
              <a:rPr lang="en-US" sz="4200" b="1" dirty="0" err="1">
                <a:solidFill>
                  <a:schemeClr val="bg1"/>
                </a:solidFill>
              </a:rPr>
              <a:t>hành</a:t>
            </a:r>
            <a:r>
              <a:rPr lang="en-US" sz="4200" b="1" dirty="0">
                <a:solidFill>
                  <a:schemeClr val="bg1"/>
                </a:solidFill>
              </a:rPr>
              <a:t> AI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3C2511D-BC15-1F33-5E1E-9478EB88E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4976326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</a:rPr>
              <a:t>Bảo </a:t>
            </a:r>
            <a:r>
              <a:rPr lang="en-US" sz="3600" b="1" dirty="0" err="1">
                <a:solidFill>
                  <a:srgbClr val="FFFFFF"/>
                </a:solidFill>
              </a:rPr>
              <a:t>vệ</a:t>
            </a:r>
            <a:r>
              <a:rPr lang="en-US" sz="3600" b="1" dirty="0">
                <a:solidFill>
                  <a:srgbClr val="FFFFFF"/>
                </a:solidFill>
              </a:rPr>
              <a:t> Race Condition </a:t>
            </a:r>
            <a:br>
              <a:rPr lang="en-US" sz="3600" b="1" dirty="0">
                <a:solidFill>
                  <a:srgbClr val="FFFFFF"/>
                </a:solidFill>
              </a:rPr>
            </a:br>
            <a:r>
              <a:rPr lang="en-US" sz="3600" b="1" dirty="0">
                <a:solidFill>
                  <a:srgbClr val="FFFFFF"/>
                </a:solidFill>
              </a:rPr>
              <a:t>(Xung </a:t>
            </a:r>
            <a:r>
              <a:rPr lang="en-US" sz="3600" b="1" dirty="0" err="1">
                <a:solidFill>
                  <a:srgbClr val="FFFFFF"/>
                </a:solidFill>
              </a:rPr>
              <a:t>đột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dữ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liệu</a:t>
            </a:r>
            <a:r>
              <a:rPr lang="en-US" sz="3600" b="1" dirty="0">
                <a:solidFill>
                  <a:srgbClr val="FFFFFF"/>
                </a:solidFill>
              </a:rPr>
              <a:t>)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1B7F88C-9132-F7CD-DC11-9C60F2792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4581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3A52D-748B-0CE7-0B78-80EDDA53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b="1" dirty="0" err="1"/>
              <a:t>ai_lock</a:t>
            </a:r>
            <a:r>
              <a:rPr lang="en-US" sz="4700" b="1" dirty="0"/>
              <a:t> (</a:t>
            </a:r>
            <a:r>
              <a:rPr lang="en-US" sz="4700" b="1" dirty="0" err="1"/>
              <a:t>khóa</a:t>
            </a:r>
            <a:r>
              <a:rPr lang="en-US" sz="4700" b="1" dirty="0"/>
              <a:t>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F6465B-7C74-1C32-158F-4F7F477F21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22494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6210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4979-DF99-6192-D5EF-1EA59A47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AA20-C7FE-2EBD-6846-8BC2C9E9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ai_lock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C3180-2C4A-CB87-0236-646CCE120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CE2F6-D353-0AB8-081B-9D32BDDA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3515" y="1417638"/>
            <a:ext cx="8076969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71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91A4-22E9-F705-F830-A4624888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ai_generation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2563B2-9C89-C40C-A0B0-7CCF10745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76125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1089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B5137-FECB-2A3C-EF95-9A51DEBA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5F48-D0D4-176B-B7DE-9B18BAFD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ai_generation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D2AE4-E88C-FEA4-2A30-A4604EFFC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48F78-857D-DB3B-BA94-1A0EFD9BA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22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eckmate in a chess game">
            <a:extLst>
              <a:ext uri="{FF2B5EF4-FFF2-40B4-BE49-F238E27FC236}">
                <a16:creationId xmlns:a16="http://schemas.microsoft.com/office/drawing/2014/main" id="{673A0F8F-B9A1-7937-DD34-769CC87029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65" r="-1" b="-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6CD4A-D7AE-A216-5E2C-AC723B81E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3"/>
            <a:ext cx="6858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>
                <a:solidFill>
                  <a:schemeClr val="bg1"/>
                </a:solidFill>
              </a:rPr>
              <a:t>Cảm ơn Thầy và các bạn đã lắng nghe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4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1221</Words>
  <Application>Microsoft Office PowerPoint</Application>
  <PresentationFormat>On-screen Show (4:3)</PresentationFormat>
  <Paragraphs>99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Báo cáo project AI nhóm 31</vt:lpstr>
      <vt:lpstr>Contents</vt:lpstr>
      <vt:lpstr>Kiến trúc hệ thống</vt:lpstr>
      <vt:lpstr>Thuật toán tìm nước đi </vt:lpstr>
      <vt:lpstr>Thuật toán Minimax &amp;  Alpha-Beta Pruning</vt:lpstr>
      <vt:lpstr>Thuật toán Minimax &amp;  Alpha-Beta Pruning</vt:lpstr>
      <vt:lpstr>Move Ordering (Sắp xếp nước đi)</vt:lpstr>
      <vt:lpstr>Move ordering (sắp xếp nước đi)</vt:lpstr>
      <vt:lpstr>Quiescence Search (Tìm kiếm tĩnh) </vt:lpstr>
      <vt:lpstr>Quiescence search (tìm kiếm tĩnh)</vt:lpstr>
      <vt:lpstr>Killer Move Heuristic</vt:lpstr>
      <vt:lpstr>Killer move heuristic</vt:lpstr>
      <vt:lpstr>Hàm đánh giá (Evaluation)</vt:lpstr>
      <vt:lpstr>Heuristics</vt:lpstr>
      <vt:lpstr>Kết quả kiểm tra lực cờ AI</vt:lpstr>
      <vt:lpstr>Quá trình vận hành AI</vt:lpstr>
      <vt:lpstr>Bảo vệ Race Condition  (Xung đột dữ liệu)</vt:lpstr>
      <vt:lpstr>ai_lock (khóa)</vt:lpstr>
      <vt:lpstr>ai_lock</vt:lpstr>
      <vt:lpstr>ai_generation</vt:lpstr>
      <vt:lpstr>ai_generation</vt:lpstr>
      <vt:lpstr>Cảm ơn Thầy và các bạn đã lắng nghe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Pham Hoang Thai Duong 20235061</cp:lastModifiedBy>
  <cp:revision>3</cp:revision>
  <dcterms:created xsi:type="dcterms:W3CDTF">2013-01-27T09:14:16Z</dcterms:created>
  <dcterms:modified xsi:type="dcterms:W3CDTF">2026-01-06T09:51:28Z</dcterms:modified>
  <cp:category/>
</cp:coreProperties>
</file>